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8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7.svg"/><Relationship Id="rId1" Type="http://schemas.openxmlformats.org/officeDocument/2006/relationships/image" Target="../media/image11.png"/><Relationship Id="rId6" Type="http://schemas.openxmlformats.org/officeDocument/2006/relationships/image" Target="../media/image21.svg"/><Relationship Id="rId5" Type="http://schemas.openxmlformats.org/officeDocument/2006/relationships/image" Target="../media/image13.pn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26.svg"/><Relationship Id="rId1" Type="http://schemas.openxmlformats.org/officeDocument/2006/relationships/image" Target="../media/image16.png"/><Relationship Id="rId6" Type="http://schemas.openxmlformats.org/officeDocument/2006/relationships/image" Target="../media/image30.svg"/><Relationship Id="rId5" Type="http://schemas.openxmlformats.org/officeDocument/2006/relationships/image" Target="../media/image18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40.svg"/><Relationship Id="rId1" Type="http://schemas.openxmlformats.org/officeDocument/2006/relationships/image" Target="../media/image25.png"/><Relationship Id="rId6" Type="http://schemas.openxmlformats.org/officeDocument/2006/relationships/image" Target="../media/image44.svg"/><Relationship Id="rId5" Type="http://schemas.openxmlformats.org/officeDocument/2006/relationships/image" Target="../media/image27.png"/><Relationship Id="rId4" Type="http://schemas.openxmlformats.org/officeDocument/2006/relationships/image" Target="../media/image4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9.svg"/><Relationship Id="rId1" Type="http://schemas.openxmlformats.org/officeDocument/2006/relationships/image" Target="../media/image30.png"/><Relationship Id="rId4" Type="http://schemas.openxmlformats.org/officeDocument/2006/relationships/image" Target="../media/image51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54.svg"/><Relationship Id="rId1" Type="http://schemas.openxmlformats.org/officeDocument/2006/relationships/image" Target="../media/image33.png"/><Relationship Id="rId6" Type="http://schemas.openxmlformats.org/officeDocument/2006/relationships/image" Target="../media/image58.svg"/><Relationship Id="rId5" Type="http://schemas.openxmlformats.org/officeDocument/2006/relationships/image" Target="../media/image35.png"/><Relationship Id="rId4" Type="http://schemas.openxmlformats.org/officeDocument/2006/relationships/image" Target="../media/image5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8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7.svg"/><Relationship Id="rId1" Type="http://schemas.openxmlformats.org/officeDocument/2006/relationships/image" Target="../media/image11.png"/><Relationship Id="rId6" Type="http://schemas.openxmlformats.org/officeDocument/2006/relationships/image" Target="../media/image21.svg"/><Relationship Id="rId5" Type="http://schemas.openxmlformats.org/officeDocument/2006/relationships/image" Target="../media/image13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26.svg"/><Relationship Id="rId1" Type="http://schemas.openxmlformats.org/officeDocument/2006/relationships/image" Target="../media/image16.png"/><Relationship Id="rId6" Type="http://schemas.openxmlformats.org/officeDocument/2006/relationships/image" Target="../media/image30.svg"/><Relationship Id="rId5" Type="http://schemas.openxmlformats.org/officeDocument/2006/relationships/image" Target="../media/image18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40.svg"/><Relationship Id="rId1" Type="http://schemas.openxmlformats.org/officeDocument/2006/relationships/image" Target="../media/image25.png"/><Relationship Id="rId6" Type="http://schemas.openxmlformats.org/officeDocument/2006/relationships/image" Target="../media/image44.svg"/><Relationship Id="rId5" Type="http://schemas.openxmlformats.org/officeDocument/2006/relationships/image" Target="../media/image27.png"/><Relationship Id="rId4" Type="http://schemas.openxmlformats.org/officeDocument/2006/relationships/image" Target="../media/image4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9.svg"/><Relationship Id="rId1" Type="http://schemas.openxmlformats.org/officeDocument/2006/relationships/image" Target="../media/image30.png"/><Relationship Id="rId4" Type="http://schemas.openxmlformats.org/officeDocument/2006/relationships/image" Target="../media/image51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54.svg"/><Relationship Id="rId1" Type="http://schemas.openxmlformats.org/officeDocument/2006/relationships/image" Target="../media/image33.png"/><Relationship Id="rId6" Type="http://schemas.openxmlformats.org/officeDocument/2006/relationships/image" Target="../media/image58.svg"/><Relationship Id="rId5" Type="http://schemas.openxmlformats.org/officeDocument/2006/relationships/image" Target="../media/image35.png"/><Relationship Id="rId4" Type="http://schemas.openxmlformats.org/officeDocument/2006/relationships/image" Target="../media/image5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9D066-6F82-46CC-8EE8-2CE29113BE3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B30DAA-AC95-4EB9-B007-B5DF4B0C64FD}">
      <dgm:prSet/>
      <dgm:spPr/>
      <dgm:t>
        <a:bodyPr/>
        <a:lstStyle/>
        <a:p>
          <a:r>
            <a:rPr lang="en-US" b="1" i="0" baseline="0" dirty="0"/>
            <a:t>Asset Management and </a:t>
          </a:r>
          <a:r>
            <a:rPr lang="en-US" b="1" i="0" baseline="0" dirty="0" smtClean="0"/>
            <a:t>Tracking:</a:t>
          </a:r>
        </a:p>
        <a:p>
          <a:r>
            <a:rPr lang="en-US" b="0" i="0" baseline="0" dirty="0" smtClean="0"/>
            <a:t>Centralizes </a:t>
          </a:r>
          <a:r>
            <a:rPr lang="en-US" b="0" i="0" baseline="0" dirty="0"/>
            <a:t>the management of facility assets such as equipment, furniture, and infrastructure. This helps in maintaining an inventory, monitoring performance, and planning for replacements or upgrades.</a:t>
          </a:r>
          <a:endParaRPr lang="en-US" dirty="0"/>
        </a:p>
      </dgm:t>
    </dgm:pt>
    <dgm:pt modelId="{F96A9772-35B7-48B9-A712-469F3345D0E1}" type="parTrans" cxnId="{91D3F615-AC78-4C95-800A-013A9CB6402E}">
      <dgm:prSet/>
      <dgm:spPr/>
      <dgm:t>
        <a:bodyPr/>
        <a:lstStyle/>
        <a:p>
          <a:endParaRPr lang="en-US"/>
        </a:p>
      </dgm:t>
    </dgm:pt>
    <dgm:pt modelId="{C9564DF3-598A-46C9-8A6C-87D8BD147776}" type="sibTrans" cxnId="{91D3F615-AC78-4C95-800A-013A9CB6402E}">
      <dgm:prSet/>
      <dgm:spPr/>
      <dgm:t>
        <a:bodyPr/>
        <a:lstStyle/>
        <a:p>
          <a:endParaRPr lang="en-US"/>
        </a:p>
      </dgm:t>
    </dgm:pt>
    <dgm:pt modelId="{C030A199-3C79-4AEB-B0F9-4DE3AB2632C4}">
      <dgm:prSet/>
      <dgm:spPr/>
      <dgm:t>
        <a:bodyPr/>
        <a:lstStyle/>
        <a:p>
          <a:r>
            <a:rPr lang="en-US" b="1" i="0" baseline="0" dirty="0" smtClean="0"/>
            <a:t>Space Optimization</a:t>
          </a:r>
          <a:r>
            <a:rPr lang="en-US" b="0" i="0" baseline="0" dirty="0" smtClean="0"/>
            <a:t>: Analyzes </a:t>
          </a:r>
          <a:r>
            <a:rPr lang="en-US" b="0" i="0" baseline="0" dirty="0"/>
            <a:t>space usage to maximize the efficiency of available real estate, helping organizations use space effectively and reduce underutilization.</a:t>
          </a:r>
          <a:endParaRPr lang="en-US" dirty="0"/>
        </a:p>
      </dgm:t>
    </dgm:pt>
    <dgm:pt modelId="{50999E34-1FD0-4F75-B8A9-224B1DFC0CAC}" type="parTrans" cxnId="{3EE3810B-A987-41B8-9F57-EAC18453E18E}">
      <dgm:prSet/>
      <dgm:spPr/>
      <dgm:t>
        <a:bodyPr/>
        <a:lstStyle/>
        <a:p>
          <a:endParaRPr lang="en-US"/>
        </a:p>
      </dgm:t>
    </dgm:pt>
    <dgm:pt modelId="{8CB160B1-4D98-4E5A-94D2-119A0DF37C0F}" type="sibTrans" cxnId="{3EE3810B-A987-41B8-9F57-EAC18453E18E}">
      <dgm:prSet/>
      <dgm:spPr/>
      <dgm:t>
        <a:bodyPr/>
        <a:lstStyle/>
        <a:p>
          <a:endParaRPr lang="en-US"/>
        </a:p>
      </dgm:t>
    </dgm:pt>
    <dgm:pt modelId="{D5D1D7F9-1BB9-4FCA-97DD-A9833DB5B69F}">
      <dgm:prSet/>
      <dgm:spPr/>
      <dgm:t>
        <a:bodyPr/>
        <a:lstStyle/>
        <a:p>
          <a:r>
            <a:rPr lang="en-US" b="1" i="0" baseline="0"/>
            <a:t>Maintenance &amp; Operations</a:t>
          </a:r>
          <a:r>
            <a:rPr lang="en-US" b="0" i="0" baseline="0"/>
            <a:t>: Automates maintenance schedules, tracks work orders, and integrates with building automation systems to minimize downtime and ensure smooth operations.</a:t>
          </a:r>
          <a:endParaRPr lang="en-US"/>
        </a:p>
      </dgm:t>
    </dgm:pt>
    <dgm:pt modelId="{B2F8B657-134C-4795-AD4A-8DAEA2EB7DA6}" type="parTrans" cxnId="{5476E1F0-EFA8-45C7-B4A3-E03611B8C780}">
      <dgm:prSet/>
      <dgm:spPr/>
      <dgm:t>
        <a:bodyPr/>
        <a:lstStyle/>
        <a:p>
          <a:endParaRPr lang="en-US"/>
        </a:p>
      </dgm:t>
    </dgm:pt>
    <dgm:pt modelId="{FA23E132-600C-43DC-9AE4-92E97DDE7D4E}" type="sibTrans" cxnId="{5476E1F0-EFA8-45C7-B4A3-E03611B8C780}">
      <dgm:prSet/>
      <dgm:spPr/>
      <dgm:t>
        <a:bodyPr/>
        <a:lstStyle/>
        <a:p>
          <a:endParaRPr lang="en-US"/>
        </a:p>
      </dgm:t>
    </dgm:pt>
    <dgm:pt modelId="{F61D5658-FDE2-4B1B-8D4A-5330FF6E5953}">
      <dgm:prSet/>
      <dgm:spPr/>
      <dgm:t>
        <a:bodyPr/>
        <a:lstStyle/>
        <a:p>
          <a:r>
            <a:rPr lang="en-US" b="1" i="0" baseline="0"/>
            <a:t>Energy and Sustainability</a:t>
          </a:r>
          <a:r>
            <a:rPr lang="en-US" b="0" i="0" baseline="0"/>
            <a:t>: Tracks energy usage, implements sustainability initiatives, and provides insights on reducing operational costs while achieving environmental goals.</a:t>
          </a:r>
          <a:endParaRPr lang="en-US"/>
        </a:p>
      </dgm:t>
    </dgm:pt>
    <dgm:pt modelId="{E1A06F6A-2D02-4310-B796-FB8690C5BC9C}" type="parTrans" cxnId="{9A4EF2CF-0258-4860-8A97-E2077E247083}">
      <dgm:prSet/>
      <dgm:spPr/>
      <dgm:t>
        <a:bodyPr/>
        <a:lstStyle/>
        <a:p>
          <a:endParaRPr lang="en-US"/>
        </a:p>
      </dgm:t>
    </dgm:pt>
    <dgm:pt modelId="{37CE4011-D4AF-41F2-B969-4DB694A97AEB}" type="sibTrans" cxnId="{9A4EF2CF-0258-4860-8A97-E2077E247083}">
      <dgm:prSet/>
      <dgm:spPr/>
      <dgm:t>
        <a:bodyPr/>
        <a:lstStyle/>
        <a:p>
          <a:endParaRPr lang="en-US"/>
        </a:p>
      </dgm:t>
    </dgm:pt>
    <dgm:pt modelId="{F3871212-6DBA-4376-9B1C-DF86C42ED4F0}">
      <dgm:prSet/>
      <dgm:spPr/>
      <dgm:t>
        <a:bodyPr/>
        <a:lstStyle/>
        <a:p>
          <a:r>
            <a:rPr lang="en-US" b="1" i="0" baseline="0"/>
            <a:t>Reporting &amp; Analytics</a:t>
          </a:r>
          <a:r>
            <a:rPr lang="en-US" b="0" i="0" baseline="0"/>
            <a:t>: Provides actionable insights through data analysis, helping facility managers make informed decisions and improve overall performance. </a:t>
          </a:r>
          <a:endParaRPr lang="en-US"/>
        </a:p>
      </dgm:t>
    </dgm:pt>
    <dgm:pt modelId="{69262313-41B5-455B-8D2E-99DE41287F0A}" type="parTrans" cxnId="{FCA33596-114E-4C33-85FE-112E30BA6AA0}">
      <dgm:prSet/>
      <dgm:spPr/>
      <dgm:t>
        <a:bodyPr/>
        <a:lstStyle/>
        <a:p>
          <a:endParaRPr lang="en-US"/>
        </a:p>
      </dgm:t>
    </dgm:pt>
    <dgm:pt modelId="{9D026399-9734-4940-8340-03B657DF6249}" type="sibTrans" cxnId="{FCA33596-114E-4C33-85FE-112E30BA6AA0}">
      <dgm:prSet/>
      <dgm:spPr/>
      <dgm:t>
        <a:bodyPr/>
        <a:lstStyle/>
        <a:p>
          <a:endParaRPr lang="en-US"/>
        </a:p>
      </dgm:t>
    </dgm:pt>
    <dgm:pt modelId="{E7391306-369B-41F3-B2FD-BBCB3E2D7B86}" type="pres">
      <dgm:prSet presAssocID="{E589D066-6F82-46CC-8EE8-2CE29113BE3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767AB17-B222-47E9-A87C-C687D3231685}" type="pres">
      <dgm:prSet presAssocID="{20B30DAA-AC95-4EB9-B007-B5DF4B0C64FD}" presName="compNode" presStyleCnt="0"/>
      <dgm:spPr/>
    </dgm:pt>
    <dgm:pt modelId="{FD2B420A-A340-4DB6-9F01-45242ACF9784}" type="pres">
      <dgm:prSet presAssocID="{20B30DAA-AC95-4EB9-B007-B5DF4B0C64FD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arn"/>
        </a:ext>
      </dgm:extLst>
    </dgm:pt>
    <dgm:pt modelId="{151169A2-ACFF-412E-A04A-C5BED6F3339C}" type="pres">
      <dgm:prSet presAssocID="{20B30DAA-AC95-4EB9-B007-B5DF4B0C64FD}" presName="spaceRect" presStyleCnt="0"/>
      <dgm:spPr/>
    </dgm:pt>
    <dgm:pt modelId="{89F70008-EC13-4E26-9665-3F7127DD6FD8}" type="pres">
      <dgm:prSet presAssocID="{20B30DAA-AC95-4EB9-B007-B5DF4B0C64FD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5F39B3C-6429-4C94-8E9C-FFE33DCEA369}" type="pres">
      <dgm:prSet presAssocID="{C9564DF3-598A-46C9-8A6C-87D8BD147776}" presName="sibTrans" presStyleCnt="0"/>
      <dgm:spPr/>
    </dgm:pt>
    <dgm:pt modelId="{3A48D5DD-FB69-4BC3-ACF5-87390C153A03}" type="pres">
      <dgm:prSet presAssocID="{C030A199-3C79-4AEB-B0F9-4DE3AB2632C4}" presName="compNode" presStyleCnt="0"/>
      <dgm:spPr/>
    </dgm:pt>
    <dgm:pt modelId="{86ACDD29-9FBB-43C8-94B1-98C7DA4D752A}" type="pres">
      <dgm:prSet presAssocID="{C030A199-3C79-4AEB-B0F9-4DE3AB2632C4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AFE8CB63-FD1D-48FD-AC91-EF9377154E2A}" type="pres">
      <dgm:prSet presAssocID="{C030A199-3C79-4AEB-B0F9-4DE3AB2632C4}" presName="spaceRect" presStyleCnt="0"/>
      <dgm:spPr/>
    </dgm:pt>
    <dgm:pt modelId="{0B737C0C-999E-4144-8944-A8DC57EB4654}" type="pres">
      <dgm:prSet presAssocID="{C030A199-3C79-4AEB-B0F9-4DE3AB2632C4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145EBCB-EB5D-4A84-88F2-7464B1D263A3}" type="pres">
      <dgm:prSet presAssocID="{8CB160B1-4D98-4E5A-94D2-119A0DF37C0F}" presName="sibTrans" presStyleCnt="0"/>
      <dgm:spPr/>
    </dgm:pt>
    <dgm:pt modelId="{71AA2AA4-E2FA-4302-B7E2-5C641490A684}" type="pres">
      <dgm:prSet presAssocID="{D5D1D7F9-1BB9-4FCA-97DD-A9833DB5B69F}" presName="compNode" presStyleCnt="0"/>
      <dgm:spPr/>
    </dgm:pt>
    <dgm:pt modelId="{966606F6-2ACA-4EE3-BE30-ECDA13D26BCD}" type="pres">
      <dgm:prSet presAssocID="{D5D1D7F9-1BB9-4FCA-97DD-A9833DB5B69F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84F49E1-D7E6-4D3E-B611-48E1AF57FCE7}" type="pres">
      <dgm:prSet presAssocID="{D5D1D7F9-1BB9-4FCA-97DD-A9833DB5B69F}" presName="spaceRect" presStyleCnt="0"/>
      <dgm:spPr/>
    </dgm:pt>
    <dgm:pt modelId="{127364BD-33A8-415E-B989-52F3445CD730}" type="pres">
      <dgm:prSet presAssocID="{D5D1D7F9-1BB9-4FCA-97DD-A9833DB5B69F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5E18B217-C4D7-40C9-AF60-CA7A2D6845F5}" type="pres">
      <dgm:prSet presAssocID="{FA23E132-600C-43DC-9AE4-92E97DDE7D4E}" presName="sibTrans" presStyleCnt="0"/>
      <dgm:spPr/>
    </dgm:pt>
    <dgm:pt modelId="{4E49C101-6341-4874-9B38-DA0A99DA7C4E}" type="pres">
      <dgm:prSet presAssocID="{F61D5658-FDE2-4B1B-8D4A-5330FF6E5953}" presName="compNode" presStyleCnt="0"/>
      <dgm:spPr/>
    </dgm:pt>
    <dgm:pt modelId="{C12A1F88-2CD0-4EFE-A08F-0E04C7C15CE3}" type="pres">
      <dgm:prSet presAssocID="{F61D5658-FDE2-4B1B-8D4A-5330FF6E595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AF7FCDCE-17B2-44DD-BD3E-0E669C6F12E5}" type="pres">
      <dgm:prSet presAssocID="{F61D5658-FDE2-4B1B-8D4A-5330FF6E5953}" presName="spaceRect" presStyleCnt="0"/>
      <dgm:spPr/>
    </dgm:pt>
    <dgm:pt modelId="{B546B1BA-BE7E-4481-B8B9-4C2BA3AF9450}" type="pres">
      <dgm:prSet presAssocID="{F61D5658-FDE2-4B1B-8D4A-5330FF6E5953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E688E184-F033-41A1-9835-2E232E881904}" type="pres">
      <dgm:prSet presAssocID="{37CE4011-D4AF-41F2-B969-4DB694A97AEB}" presName="sibTrans" presStyleCnt="0"/>
      <dgm:spPr/>
    </dgm:pt>
    <dgm:pt modelId="{B60AD6F9-0DC6-4E72-ACF1-B0F7C2EA2992}" type="pres">
      <dgm:prSet presAssocID="{F3871212-6DBA-4376-9B1C-DF86C42ED4F0}" presName="compNode" presStyleCnt="0"/>
      <dgm:spPr/>
    </dgm:pt>
    <dgm:pt modelId="{FF9CE0CD-B37E-4FA9-8ABF-69ED27CBBE93}" type="pres">
      <dgm:prSet presAssocID="{F3871212-6DBA-4376-9B1C-DF86C42ED4F0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F8210C8-CDA3-46FB-9AF7-C443FC2652EC}" type="pres">
      <dgm:prSet presAssocID="{F3871212-6DBA-4376-9B1C-DF86C42ED4F0}" presName="spaceRect" presStyleCnt="0"/>
      <dgm:spPr/>
    </dgm:pt>
    <dgm:pt modelId="{29D5D8F6-DB5C-4A9C-9B3F-453368A906EB}" type="pres">
      <dgm:prSet presAssocID="{F3871212-6DBA-4376-9B1C-DF86C42ED4F0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A4EF2CF-0258-4860-8A97-E2077E247083}" srcId="{E589D066-6F82-46CC-8EE8-2CE29113BE3D}" destId="{F61D5658-FDE2-4B1B-8D4A-5330FF6E5953}" srcOrd="3" destOrd="0" parTransId="{E1A06F6A-2D02-4310-B796-FB8690C5BC9C}" sibTransId="{37CE4011-D4AF-41F2-B969-4DB694A97AEB}"/>
    <dgm:cxn modelId="{D2DC18A9-F519-41C8-B9E7-80E9E01B1EC0}" type="presOf" srcId="{D5D1D7F9-1BB9-4FCA-97DD-A9833DB5B69F}" destId="{127364BD-33A8-415E-B989-52F3445CD730}" srcOrd="0" destOrd="0" presId="urn:microsoft.com/office/officeart/2018/2/layout/IconLabelList"/>
    <dgm:cxn modelId="{ABC8996E-FB87-4B6C-940C-8BF862157C75}" type="presOf" srcId="{F61D5658-FDE2-4B1B-8D4A-5330FF6E5953}" destId="{B546B1BA-BE7E-4481-B8B9-4C2BA3AF9450}" srcOrd="0" destOrd="0" presId="urn:microsoft.com/office/officeart/2018/2/layout/IconLabelList"/>
    <dgm:cxn modelId="{FCA33596-114E-4C33-85FE-112E30BA6AA0}" srcId="{E589D066-6F82-46CC-8EE8-2CE29113BE3D}" destId="{F3871212-6DBA-4376-9B1C-DF86C42ED4F0}" srcOrd="4" destOrd="0" parTransId="{69262313-41B5-455B-8D2E-99DE41287F0A}" sibTransId="{9D026399-9734-4940-8340-03B657DF6249}"/>
    <dgm:cxn modelId="{C774D2E4-D926-440C-AC5E-9E4B5170D00E}" type="presOf" srcId="{E589D066-6F82-46CC-8EE8-2CE29113BE3D}" destId="{E7391306-369B-41F3-B2FD-BBCB3E2D7B86}" srcOrd="0" destOrd="0" presId="urn:microsoft.com/office/officeart/2018/2/layout/IconLabelList"/>
    <dgm:cxn modelId="{859750CC-D6E2-4ED4-BFFE-FB6BC5799B82}" type="presOf" srcId="{F3871212-6DBA-4376-9B1C-DF86C42ED4F0}" destId="{29D5D8F6-DB5C-4A9C-9B3F-453368A906EB}" srcOrd="0" destOrd="0" presId="urn:microsoft.com/office/officeart/2018/2/layout/IconLabelList"/>
    <dgm:cxn modelId="{5476E1F0-EFA8-45C7-B4A3-E03611B8C780}" srcId="{E589D066-6F82-46CC-8EE8-2CE29113BE3D}" destId="{D5D1D7F9-1BB9-4FCA-97DD-A9833DB5B69F}" srcOrd="2" destOrd="0" parTransId="{B2F8B657-134C-4795-AD4A-8DAEA2EB7DA6}" sibTransId="{FA23E132-600C-43DC-9AE4-92E97DDE7D4E}"/>
    <dgm:cxn modelId="{559CC735-F697-42A1-B0D7-4D6B812E0108}" type="presOf" srcId="{C030A199-3C79-4AEB-B0F9-4DE3AB2632C4}" destId="{0B737C0C-999E-4144-8944-A8DC57EB4654}" srcOrd="0" destOrd="0" presId="urn:microsoft.com/office/officeart/2018/2/layout/IconLabelList"/>
    <dgm:cxn modelId="{91D3F615-AC78-4C95-800A-013A9CB6402E}" srcId="{E589D066-6F82-46CC-8EE8-2CE29113BE3D}" destId="{20B30DAA-AC95-4EB9-B007-B5DF4B0C64FD}" srcOrd="0" destOrd="0" parTransId="{F96A9772-35B7-48B9-A712-469F3345D0E1}" sibTransId="{C9564DF3-598A-46C9-8A6C-87D8BD147776}"/>
    <dgm:cxn modelId="{3EE3810B-A987-41B8-9F57-EAC18453E18E}" srcId="{E589D066-6F82-46CC-8EE8-2CE29113BE3D}" destId="{C030A199-3C79-4AEB-B0F9-4DE3AB2632C4}" srcOrd="1" destOrd="0" parTransId="{50999E34-1FD0-4F75-B8A9-224B1DFC0CAC}" sibTransId="{8CB160B1-4D98-4E5A-94D2-119A0DF37C0F}"/>
    <dgm:cxn modelId="{96A5C775-9F23-4075-9B35-26344036BA5A}" type="presOf" srcId="{20B30DAA-AC95-4EB9-B007-B5DF4B0C64FD}" destId="{89F70008-EC13-4E26-9665-3F7127DD6FD8}" srcOrd="0" destOrd="0" presId="urn:microsoft.com/office/officeart/2018/2/layout/IconLabelList"/>
    <dgm:cxn modelId="{D840FFA6-3972-4544-AC65-09C3E6DDB07A}" type="presParOf" srcId="{E7391306-369B-41F3-B2FD-BBCB3E2D7B86}" destId="{8767AB17-B222-47E9-A87C-C687D3231685}" srcOrd="0" destOrd="0" presId="urn:microsoft.com/office/officeart/2018/2/layout/IconLabelList"/>
    <dgm:cxn modelId="{F6071B26-32FB-4652-875E-A69680908D5C}" type="presParOf" srcId="{8767AB17-B222-47E9-A87C-C687D3231685}" destId="{FD2B420A-A340-4DB6-9F01-45242ACF9784}" srcOrd="0" destOrd="0" presId="urn:microsoft.com/office/officeart/2018/2/layout/IconLabelList"/>
    <dgm:cxn modelId="{E2CA7829-18A0-4760-8DBE-C24D3C1F714F}" type="presParOf" srcId="{8767AB17-B222-47E9-A87C-C687D3231685}" destId="{151169A2-ACFF-412E-A04A-C5BED6F3339C}" srcOrd="1" destOrd="0" presId="urn:microsoft.com/office/officeart/2018/2/layout/IconLabelList"/>
    <dgm:cxn modelId="{B491C4EA-73F8-4FA6-B3DE-8E88CA401493}" type="presParOf" srcId="{8767AB17-B222-47E9-A87C-C687D3231685}" destId="{89F70008-EC13-4E26-9665-3F7127DD6FD8}" srcOrd="2" destOrd="0" presId="urn:microsoft.com/office/officeart/2018/2/layout/IconLabelList"/>
    <dgm:cxn modelId="{B464A475-59D1-4E6B-91B3-A137C78710ED}" type="presParOf" srcId="{E7391306-369B-41F3-B2FD-BBCB3E2D7B86}" destId="{D5F39B3C-6429-4C94-8E9C-FFE33DCEA369}" srcOrd="1" destOrd="0" presId="urn:microsoft.com/office/officeart/2018/2/layout/IconLabelList"/>
    <dgm:cxn modelId="{62C66E9E-6911-4336-9788-7ABC60FFCF05}" type="presParOf" srcId="{E7391306-369B-41F3-B2FD-BBCB3E2D7B86}" destId="{3A48D5DD-FB69-4BC3-ACF5-87390C153A03}" srcOrd="2" destOrd="0" presId="urn:microsoft.com/office/officeart/2018/2/layout/IconLabelList"/>
    <dgm:cxn modelId="{240ECC13-142C-414E-A3AB-01220ABFB094}" type="presParOf" srcId="{3A48D5DD-FB69-4BC3-ACF5-87390C153A03}" destId="{86ACDD29-9FBB-43C8-94B1-98C7DA4D752A}" srcOrd="0" destOrd="0" presId="urn:microsoft.com/office/officeart/2018/2/layout/IconLabelList"/>
    <dgm:cxn modelId="{CFB69358-A782-47AA-9287-E931FBD119BC}" type="presParOf" srcId="{3A48D5DD-FB69-4BC3-ACF5-87390C153A03}" destId="{AFE8CB63-FD1D-48FD-AC91-EF9377154E2A}" srcOrd="1" destOrd="0" presId="urn:microsoft.com/office/officeart/2018/2/layout/IconLabelList"/>
    <dgm:cxn modelId="{21169DDF-7BE4-4829-B239-A455472C8D00}" type="presParOf" srcId="{3A48D5DD-FB69-4BC3-ACF5-87390C153A03}" destId="{0B737C0C-999E-4144-8944-A8DC57EB4654}" srcOrd="2" destOrd="0" presId="urn:microsoft.com/office/officeart/2018/2/layout/IconLabelList"/>
    <dgm:cxn modelId="{3884CCBC-C4A1-41F9-A315-1FA353DD455A}" type="presParOf" srcId="{E7391306-369B-41F3-B2FD-BBCB3E2D7B86}" destId="{B145EBCB-EB5D-4A84-88F2-7464B1D263A3}" srcOrd="3" destOrd="0" presId="urn:microsoft.com/office/officeart/2018/2/layout/IconLabelList"/>
    <dgm:cxn modelId="{E025046C-552E-4FAF-9C44-A1007ECDC8BA}" type="presParOf" srcId="{E7391306-369B-41F3-B2FD-BBCB3E2D7B86}" destId="{71AA2AA4-E2FA-4302-B7E2-5C641490A684}" srcOrd="4" destOrd="0" presId="urn:microsoft.com/office/officeart/2018/2/layout/IconLabelList"/>
    <dgm:cxn modelId="{3B9F78AA-F9D0-4FDA-A9EA-E62A14131DFE}" type="presParOf" srcId="{71AA2AA4-E2FA-4302-B7E2-5C641490A684}" destId="{966606F6-2ACA-4EE3-BE30-ECDA13D26BCD}" srcOrd="0" destOrd="0" presId="urn:microsoft.com/office/officeart/2018/2/layout/IconLabelList"/>
    <dgm:cxn modelId="{3B188634-9430-4C6A-8727-BC9E939A6B2F}" type="presParOf" srcId="{71AA2AA4-E2FA-4302-B7E2-5C641490A684}" destId="{184F49E1-D7E6-4D3E-B611-48E1AF57FCE7}" srcOrd="1" destOrd="0" presId="urn:microsoft.com/office/officeart/2018/2/layout/IconLabelList"/>
    <dgm:cxn modelId="{D35AA148-60A8-4DA3-9DAC-AC4734CD149C}" type="presParOf" srcId="{71AA2AA4-E2FA-4302-B7E2-5C641490A684}" destId="{127364BD-33A8-415E-B989-52F3445CD730}" srcOrd="2" destOrd="0" presId="urn:microsoft.com/office/officeart/2018/2/layout/IconLabelList"/>
    <dgm:cxn modelId="{4E018387-429B-4F7A-9034-A92734A880B2}" type="presParOf" srcId="{E7391306-369B-41F3-B2FD-BBCB3E2D7B86}" destId="{5E18B217-C4D7-40C9-AF60-CA7A2D6845F5}" srcOrd="5" destOrd="0" presId="urn:microsoft.com/office/officeart/2018/2/layout/IconLabelList"/>
    <dgm:cxn modelId="{2F0B438A-0E74-432B-A6C1-5D376BAB72F7}" type="presParOf" srcId="{E7391306-369B-41F3-B2FD-BBCB3E2D7B86}" destId="{4E49C101-6341-4874-9B38-DA0A99DA7C4E}" srcOrd="6" destOrd="0" presId="urn:microsoft.com/office/officeart/2018/2/layout/IconLabelList"/>
    <dgm:cxn modelId="{090BEC13-1C12-4DAE-B70F-3D78B678A702}" type="presParOf" srcId="{4E49C101-6341-4874-9B38-DA0A99DA7C4E}" destId="{C12A1F88-2CD0-4EFE-A08F-0E04C7C15CE3}" srcOrd="0" destOrd="0" presId="urn:microsoft.com/office/officeart/2018/2/layout/IconLabelList"/>
    <dgm:cxn modelId="{E10BD4D9-ED25-4D1A-A038-6CF8CC1B356C}" type="presParOf" srcId="{4E49C101-6341-4874-9B38-DA0A99DA7C4E}" destId="{AF7FCDCE-17B2-44DD-BD3E-0E669C6F12E5}" srcOrd="1" destOrd="0" presId="urn:microsoft.com/office/officeart/2018/2/layout/IconLabelList"/>
    <dgm:cxn modelId="{9E4138E7-E159-4A2E-B5DD-6B0E2A47D637}" type="presParOf" srcId="{4E49C101-6341-4874-9B38-DA0A99DA7C4E}" destId="{B546B1BA-BE7E-4481-B8B9-4C2BA3AF9450}" srcOrd="2" destOrd="0" presId="urn:microsoft.com/office/officeart/2018/2/layout/IconLabelList"/>
    <dgm:cxn modelId="{A40B53B0-AF1B-485F-AA54-CB5987E8D432}" type="presParOf" srcId="{E7391306-369B-41F3-B2FD-BBCB3E2D7B86}" destId="{E688E184-F033-41A1-9835-2E232E881904}" srcOrd="7" destOrd="0" presId="urn:microsoft.com/office/officeart/2018/2/layout/IconLabelList"/>
    <dgm:cxn modelId="{1CB1A873-401C-4C2F-8565-7952202678BB}" type="presParOf" srcId="{E7391306-369B-41F3-B2FD-BBCB3E2D7B86}" destId="{B60AD6F9-0DC6-4E72-ACF1-B0F7C2EA2992}" srcOrd="8" destOrd="0" presId="urn:microsoft.com/office/officeart/2018/2/layout/IconLabelList"/>
    <dgm:cxn modelId="{34B4C628-BBF2-4857-93AF-8F07CF000B06}" type="presParOf" srcId="{B60AD6F9-0DC6-4E72-ACF1-B0F7C2EA2992}" destId="{FF9CE0CD-B37E-4FA9-8ABF-69ED27CBBE93}" srcOrd="0" destOrd="0" presId="urn:microsoft.com/office/officeart/2018/2/layout/IconLabelList"/>
    <dgm:cxn modelId="{7CDB33D8-0D83-4D76-A806-F16DE354A753}" type="presParOf" srcId="{B60AD6F9-0DC6-4E72-ACF1-B0F7C2EA2992}" destId="{9F8210C8-CDA3-46FB-9AF7-C443FC2652EC}" srcOrd="1" destOrd="0" presId="urn:microsoft.com/office/officeart/2018/2/layout/IconLabelList"/>
    <dgm:cxn modelId="{90958098-4288-4D62-A2C5-7EF6CCC42D39}" type="presParOf" srcId="{B60AD6F9-0DC6-4E72-ACF1-B0F7C2EA2992}" destId="{29D5D8F6-DB5C-4A9C-9B3F-453368A906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A60089-E09E-4DD6-B303-5A886AA376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C4AEF86-064F-4E3F-A019-47B50088238F}">
      <dgm:prSet/>
      <dgm:spPr/>
      <dgm:t>
        <a:bodyPr/>
        <a:lstStyle/>
        <a:p>
          <a:r>
            <a:rPr lang="en-US" b="1" i="0" baseline="0" dirty="0"/>
            <a:t>Organizational </a:t>
          </a:r>
          <a:r>
            <a:rPr lang="en-US" b="1" i="0" baseline="0" dirty="0" smtClean="0"/>
            <a:t>Readiness</a:t>
          </a:r>
        </a:p>
        <a:p>
          <a:r>
            <a:rPr lang="en-US" b="0" i="0" baseline="0" dirty="0" smtClean="0"/>
            <a:t>Evaluate </a:t>
          </a:r>
          <a:r>
            <a:rPr lang="en-US" b="0" i="0" baseline="0" dirty="0"/>
            <a:t>if the organization is prepared for the change in processes and technology. This includes assessing resource availability, staff skills, and technology infrastructure.</a:t>
          </a:r>
          <a:endParaRPr lang="en-US" dirty="0"/>
        </a:p>
      </dgm:t>
    </dgm:pt>
    <dgm:pt modelId="{B6BE7115-37CA-4A87-8885-9DFBB3DBA7CC}" type="parTrans" cxnId="{08926500-1692-4520-9951-4D7D266125D5}">
      <dgm:prSet/>
      <dgm:spPr/>
      <dgm:t>
        <a:bodyPr/>
        <a:lstStyle/>
        <a:p>
          <a:endParaRPr lang="en-US"/>
        </a:p>
      </dgm:t>
    </dgm:pt>
    <dgm:pt modelId="{DB1ADD5F-ADE9-4236-BDA1-E6B70E7F8373}" type="sibTrans" cxnId="{08926500-1692-4520-9951-4D7D266125D5}">
      <dgm:prSet/>
      <dgm:spPr/>
      <dgm:t>
        <a:bodyPr/>
        <a:lstStyle/>
        <a:p>
          <a:endParaRPr lang="en-US"/>
        </a:p>
      </dgm:t>
    </dgm:pt>
    <dgm:pt modelId="{A538DEDE-268B-4C21-B114-E8FE81669B4B}">
      <dgm:prSet/>
      <dgm:spPr/>
      <dgm:t>
        <a:bodyPr/>
        <a:lstStyle/>
        <a:p>
          <a:r>
            <a:rPr lang="en-US" b="1" i="0" baseline="0" dirty="0"/>
            <a:t>Scope of </a:t>
          </a:r>
          <a:r>
            <a:rPr lang="en-US" b="1" i="0" baseline="0" dirty="0" smtClean="0"/>
            <a:t>Implementation</a:t>
          </a:r>
        </a:p>
        <a:p>
          <a:r>
            <a:rPr lang="en-US" b="0" i="0" baseline="0" dirty="0" smtClean="0"/>
            <a:t>Clearly </a:t>
          </a:r>
          <a:r>
            <a:rPr lang="en-US" b="0" i="0" baseline="0" dirty="0"/>
            <a:t>define which facilities, assets, and services will be covered by the FMS, and set measurable objectives.</a:t>
          </a:r>
          <a:endParaRPr lang="en-US" dirty="0"/>
        </a:p>
      </dgm:t>
    </dgm:pt>
    <dgm:pt modelId="{303E8DF5-211E-4BBE-BF7B-0CB455FDE86A}" type="parTrans" cxnId="{58F22DE4-D370-4E2E-9887-D79D199CC6F3}">
      <dgm:prSet/>
      <dgm:spPr/>
      <dgm:t>
        <a:bodyPr/>
        <a:lstStyle/>
        <a:p>
          <a:endParaRPr lang="en-US"/>
        </a:p>
      </dgm:t>
    </dgm:pt>
    <dgm:pt modelId="{42E6DE11-6B5D-4DB0-ADC9-78A93C9AA564}" type="sibTrans" cxnId="{58F22DE4-D370-4E2E-9887-D79D199CC6F3}">
      <dgm:prSet/>
      <dgm:spPr/>
      <dgm:t>
        <a:bodyPr/>
        <a:lstStyle/>
        <a:p>
          <a:endParaRPr lang="en-US"/>
        </a:p>
      </dgm:t>
    </dgm:pt>
    <dgm:pt modelId="{D9AD7F1C-F193-46BD-9945-37B647D68F0E}">
      <dgm:prSet/>
      <dgm:spPr/>
      <dgm:t>
        <a:bodyPr/>
        <a:lstStyle/>
        <a:p>
          <a:r>
            <a:rPr lang="en-US" b="1" i="0" baseline="0" dirty="0"/>
            <a:t>Integration with Existing </a:t>
          </a:r>
          <a:r>
            <a:rPr lang="en-US" b="1" i="0" baseline="0" dirty="0" smtClean="0"/>
            <a:t>Systems</a:t>
          </a:r>
        </a:p>
        <a:p>
          <a:r>
            <a:rPr lang="en-US" b="0" i="0" baseline="0" dirty="0" smtClean="0"/>
            <a:t>Ensure </a:t>
          </a:r>
          <a:r>
            <a:rPr lang="en-US" b="0" i="0" baseline="0" dirty="0"/>
            <a:t>the FMS can seamlessly integrate with existing building automation systems (BAS), Enterprise Resource Planning (ERP), and other management tools.</a:t>
          </a:r>
          <a:endParaRPr lang="en-US" dirty="0"/>
        </a:p>
      </dgm:t>
    </dgm:pt>
    <dgm:pt modelId="{92B35773-3CDD-4A43-A244-47444A208347}" type="parTrans" cxnId="{7E3769EF-263B-4C6F-B6AA-3DF772EDD617}">
      <dgm:prSet/>
      <dgm:spPr/>
      <dgm:t>
        <a:bodyPr/>
        <a:lstStyle/>
        <a:p>
          <a:endParaRPr lang="en-US"/>
        </a:p>
      </dgm:t>
    </dgm:pt>
    <dgm:pt modelId="{AE631141-DB01-4A0E-A3E7-716F35A7C150}" type="sibTrans" cxnId="{7E3769EF-263B-4C6F-B6AA-3DF772EDD617}">
      <dgm:prSet/>
      <dgm:spPr/>
      <dgm:t>
        <a:bodyPr/>
        <a:lstStyle/>
        <a:p>
          <a:endParaRPr lang="en-US"/>
        </a:p>
      </dgm:t>
    </dgm:pt>
    <dgm:pt modelId="{FE1268C7-21C5-4ECC-99A7-47516DA6E657}">
      <dgm:prSet/>
      <dgm:spPr/>
      <dgm:t>
        <a:bodyPr/>
        <a:lstStyle/>
        <a:p>
          <a:r>
            <a:rPr lang="en-US" b="1" i="0" baseline="0" dirty="0"/>
            <a:t>Change </a:t>
          </a:r>
          <a:r>
            <a:rPr lang="en-US" b="1" i="0" baseline="0" dirty="0" smtClean="0"/>
            <a:t>Management</a:t>
          </a:r>
        </a:p>
        <a:p>
          <a:r>
            <a:rPr lang="en-US" b="0" i="0" baseline="0" dirty="0" smtClean="0"/>
            <a:t>Engage </a:t>
          </a:r>
          <a:r>
            <a:rPr lang="en-US" b="0" i="0" baseline="0" dirty="0"/>
            <a:t>stakeholders early, train users effectively, and plan for ongoing support to ensure successful adoption. </a:t>
          </a:r>
          <a:endParaRPr lang="en-US" dirty="0"/>
        </a:p>
      </dgm:t>
    </dgm:pt>
    <dgm:pt modelId="{4ECC0615-7DFC-41BB-97C6-5EC4134F50E4}" type="parTrans" cxnId="{C0D1F6AB-FAAE-4152-A05C-21E9B4826CB5}">
      <dgm:prSet/>
      <dgm:spPr/>
      <dgm:t>
        <a:bodyPr/>
        <a:lstStyle/>
        <a:p>
          <a:endParaRPr lang="en-US"/>
        </a:p>
      </dgm:t>
    </dgm:pt>
    <dgm:pt modelId="{05E592F1-22EA-4D6C-A994-BB46B564A177}" type="sibTrans" cxnId="{C0D1F6AB-FAAE-4152-A05C-21E9B4826CB5}">
      <dgm:prSet/>
      <dgm:spPr/>
      <dgm:t>
        <a:bodyPr/>
        <a:lstStyle/>
        <a:p>
          <a:endParaRPr lang="en-US"/>
        </a:p>
      </dgm:t>
    </dgm:pt>
    <dgm:pt modelId="{862443A2-6FAB-4EBC-A4EE-56CFC7BA7C83}" type="pres">
      <dgm:prSet presAssocID="{18A60089-E09E-4DD6-B303-5A886AA3765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1E7C48C-889C-406D-B1E3-F315A63EFF65}" type="pres">
      <dgm:prSet presAssocID="{6C4AEF86-064F-4E3F-A019-47B50088238F}" presName="compNode" presStyleCnt="0"/>
      <dgm:spPr/>
    </dgm:pt>
    <dgm:pt modelId="{C88B2559-F0EE-4122-B58C-0479446BC146}" type="pres">
      <dgm:prSet presAssocID="{6C4AEF86-064F-4E3F-A019-47B50088238F}" presName="bgRect" presStyleLbl="bgShp" presStyleIdx="0" presStyleCnt="4" custLinFactNeighborX="0"/>
      <dgm:spPr/>
    </dgm:pt>
    <dgm:pt modelId="{16B5C335-F989-4243-9059-B4C87A1F0F2F}" type="pres">
      <dgm:prSet presAssocID="{6C4AEF86-064F-4E3F-A019-47B50088238F}" presName="icon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BF31835-E007-417A-B3DD-D859B3EFAC2E}" type="pres">
      <dgm:prSet presAssocID="{6C4AEF86-064F-4E3F-A019-47B50088238F}" presName="spaceRect" presStyleCnt="0"/>
      <dgm:spPr/>
    </dgm:pt>
    <dgm:pt modelId="{7ACF3FFA-F0CC-41E9-A1A9-F8029D6FEEF4}" type="pres">
      <dgm:prSet presAssocID="{6C4AEF86-064F-4E3F-A019-47B50088238F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4C385F7-626F-45FC-A2FB-36B62699B96F}" type="pres">
      <dgm:prSet presAssocID="{DB1ADD5F-ADE9-4236-BDA1-E6B70E7F8373}" presName="sibTrans" presStyleCnt="0"/>
      <dgm:spPr/>
    </dgm:pt>
    <dgm:pt modelId="{C8D1934D-66A3-4410-9CC9-EE3859AE9452}" type="pres">
      <dgm:prSet presAssocID="{A538DEDE-268B-4C21-B114-E8FE81669B4B}" presName="compNode" presStyleCnt="0"/>
      <dgm:spPr/>
    </dgm:pt>
    <dgm:pt modelId="{C3708F13-B6A4-43D2-ADE8-AC8224A4572F}" type="pres">
      <dgm:prSet presAssocID="{A538DEDE-268B-4C21-B114-E8FE81669B4B}" presName="bgRect" presStyleLbl="bgShp" presStyleIdx="1" presStyleCnt="4"/>
      <dgm:spPr/>
    </dgm:pt>
    <dgm:pt modelId="{44C6151F-DDD1-447A-91EA-B5B08C5D7333}" type="pres">
      <dgm:prSet presAssocID="{A538DEDE-268B-4C21-B114-E8FE81669B4B}" presName="iconRect" presStyleLbl="node1" presStyleIdx="1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DDA0915-66BD-4E23-A19F-0EA96E089347}" type="pres">
      <dgm:prSet presAssocID="{A538DEDE-268B-4C21-B114-E8FE81669B4B}" presName="spaceRect" presStyleCnt="0"/>
      <dgm:spPr/>
    </dgm:pt>
    <dgm:pt modelId="{83C64060-38C3-42A6-91A6-46069129A0E8}" type="pres">
      <dgm:prSet presAssocID="{A538DEDE-268B-4C21-B114-E8FE81669B4B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4FC0C9B-A7BF-4F5B-918E-3BDA351163B7}" type="pres">
      <dgm:prSet presAssocID="{42E6DE11-6B5D-4DB0-ADC9-78A93C9AA564}" presName="sibTrans" presStyleCnt="0"/>
      <dgm:spPr/>
    </dgm:pt>
    <dgm:pt modelId="{1CCC3DD8-4D97-4021-8037-55209BDCC736}" type="pres">
      <dgm:prSet presAssocID="{D9AD7F1C-F193-46BD-9945-37B647D68F0E}" presName="compNode" presStyleCnt="0"/>
      <dgm:spPr/>
    </dgm:pt>
    <dgm:pt modelId="{EBB4FC64-42A6-4551-B8D6-96B5BFC130B7}" type="pres">
      <dgm:prSet presAssocID="{D9AD7F1C-F193-46BD-9945-37B647D68F0E}" presName="bgRect" presStyleLbl="bgShp" presStyleIdx="2" presStyleCnt="4"/>
      <dgm:spPr/>
    </dgm:pt>
    <dgm:pt modelId="{EE4910F1-6930-4F00-9743-76DA0E9236D5}" type="pres">
      <dgm:prSet presAssocID="{D9AD7F1C-F193-46BD-9945-37B647D68F0E}" presName="iconRect" presStyleLbl="node1" presStyleIdx="2" presStyleCnt="4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0E28A86-AEBF-41A4-8EE8-07082F571912}" type="pres">
      <dgm:prSet presAssocID="{D9AD7F1C-F193-46BD-9945-37B647D68F0E}" presName="spaceRect" presStyleCnt="0"/>
      <dgm:spPr/>
    </dgm:pt>
    <dgm:pt modelId="{5B9E601D-2EB3-4D71-8E45-C04628A1A6E1}" type="pres">
      <dgm:prSet presAssocID="{D9AD7F1C-F193-46BD-9945-37B647D68F0E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FF32C61-F7EE-47E5-A097-D8B9DA6553F7}" type="pres">
      <dgm:prSet presAssocID="{AE631141-DB01-4A0E-A3E7-716F35A7C150}" presName="sibTrans" presStyleCnt="0"/>
      <dgm:spPr/>
    </dgm:pt>
    <dgm:pt modelId="{45EF193E-3200-45BA-953D-CCBDE2281912}" type="pres">
      <dgm:prSet presAssocID="{FE1268C7-21C5-4ECC-99A7-47516DA6E657}" presName="compNode" presStyleCnt="0"/>
      <dgm:spPr/>
    </dgm:pt>
    <dgm:pt modelId="{92A48CD8-88AC-4EFF-AC31-93E50BF9AD18}" type="pres">
      <dgm:prSet presAssocID="{FE1268C7-21C5-4ECC-99A7-47516DA6E657}" presName="bgRect" presStyleLbl="bgShp" presStyleIdx="3" presStyleCnt="4"/>
      <dgm:spPr/>
    </dgm:pt>
    <dgm:pt modelId="{FCA996C7-4FE4-4CB1-9F02-38D27B83AA27}" type="pres">
      <dgm:prSet presAssocID="{FE1268C7-21C5-4ECC-99A7-47516DA6E657}" presName="iconRect" presStyleLbl="node1" presStyleIdx="3" presStyleCnt="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243552BF-569F-43CC-80E1-3003A84C3F2C}" type="pres">
      <dgm:prSet presAssocID="{FE1268C7-21C5-4ECC-99A7-47516DA6E657}" presName="spaceRect" presStyleCnt="0"/>
      <dgm:spPr/>
    </dgm:pt>
    <dgm:pt modelId="{AD7515FD-70FB-450C-AB8F-4309C09444E4}" type="pres">
      <dgm:prSet presAssocID="{FE1268C7-21C5-4ECC-99A7-47516DA6E657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D283B795-D434-4EDA-99DE-D3B252B98385}" type="presOf" srcId="{FE1268C7-21C5-4ECC-99A7-47516DA6E657}" destId="{AD7515FD-70FB-450C-AB8F-4309C09444E4}" srcOrd="0" destOrd="0" presId="urn:microsoft.com/office/officeart/2018/2/layout/IconVerticalSolidList"/>
    <dgm:cxn modelId="{C0D1F6AB-FAAE-4152-A05C-21E9B4826CB5}" srcId="{18A60089-E09E-4DD6-B303-5A886AA37655}" destId="{FE1268C7-21C5-4ECC-99A7-47516DA6E657}" srcOrd="3" destOrd="0" parTransId="{4ECC0615-7DFC-41BB-97C6-5EC4134F50E4}" sibTransId="{05E592F1-22EA-4D6C-A994-BB46B564A177}"/>
    <dgm:cxn modelId="{58F22DE4-D370-4E2E-9887-D79D199CC6F3}" srcId="{18A60089-E09E-4DD6-B303-5A886AA37655}" destId="{A538DEDE-268B-4C21-B114-E8FE81669B4B}" srcOrd="1" destOrd="0" parTransId="{303E8DF5-211E-4BBE-BF7B-0CB455FDE86A}" sibTransId="{42E6DE11-6B5D-4DB0-ADC9-78A93C9AA564}"/>
    <dgm:cxn modelId="{7E3769EF-263B-4C6F-B6AA-3DF772EDD617}" srcId="{18A60089-E09E-4DD6-B303-5A886AA37655}" destId="{D9AD7F1C-F193-46BD-9945-37B647D68F0E}" srcOrd="2" destOrd="0" parTransId="{92B35773-3CDD-4A43-A244-47444A208347}" sibTransId="{AE631141-DB01-4A0E-A3E7-716F35A7C150}"/>
    <dgm:cxn modelId="{08926500-1692-4520-9951-4D7D266125D5}" srcId="{18A60089-E09E-4DD6-B303-5A886AA37655}" destId="{6C4AEF86-064F-4E3F-A019-47B50088238F}" srcOrd="0" destOrd="0" parTransId="{B6BE7115-37CA-4A87-8885-9DFBB3DBA7CC}" sibTransId="{DB1ADD5F-ADE9-4236-BDA1-E6B70E7F8373}"/>
    <dgm:cxn modelId="{64DB69EF-5C2C-45C3-902D-4357EE666907}" type="presOf" srcId="{6C4AEF86-064F-4E3F-A019-47B50088238F}" destId="{7ACF3FFA-F0CC-41E9-A1A9-F8029D6FEEF4}" srcOrd="0" destOrd="0" presId="urn:microsoft.com/office/officeart/2018/2/layout/IconVerticalSolidList"/>
    <dgm:cxn modelId="{1CC452E3-C9C2-4661-8264-F140306C1AEF}" type="presOf" srcId="{18A60089-E09E-4DD6-B303-5A886AA37655}" destId="{862443A2-6FAB-4EBC-A4EE-56CFC7BA7C83}" srcOrd="0" destOrd="0" presId="urn:microsoft.com/office/officeart/2018/2/layout/IconVerticalSolidList"/>
    <dgm:cxn modelId="{4C3E0814-6C5C-4EF7-A864-CD268357AB7E}" type="presOf" srcId="{A538DEDE-268B-4C21-B114-E8FE81669B4B}" destId="{83C64060-38C3-42A6-91A6-46069129A0E8}" srcOrd="0" destOrd="0" presId="urn:microsoft.com/office/officeart/2018/2/layout/IconVerticalSolidList"/>
    <dgm:cxn modelId="{6C4740BB-8490-4F55-9318-FFB1EDAE6E28}" type="presOf" srcId="{D9AD7F1C-F193-46BD-9945-37B647D68F0E}" destId="{5B9E601D-2EB3-4D71-8E45-C04628A1A6E1}" srcOrd="0" destOrd="0" presId="urn:microsoft.com/office/officeart/2018/2/layout/IconVerticalSolidList"/>
    <dgm:cxn modelId="{574B32E4-3B8B-4443-A477-F786DA317CCA}" type="presParOf" srcId="{862443A2-6FAB-4EBC-A4EE-56CFC7BA7C83}" destId="{81E7C48C-889C-406D-B1E3-F315A63EFF65}" srcOrd="0" destOrd="0" presId="urn:microsoft.com/office/officeart/2018/2/layout/IconVerticalSolidList"/>
    <dgm:cxn modelId="{4E7233F3-4715-4577-9DFF-E2DDBF05D27F}" type="presParOf" srcId="{81E7C48C-889C-406D-B1E3-F315A63EFF65}" destId="{C88B2559-F0EE-4122-B58C-0479446BC146}" srcOrd="0" destOrd="0" presId="urn:microsoft.com/office/officeart/2018/2/layout/IconVerticalSolidList"/>
    <dgm:cxn modelId="{04DD40DF-B02C-475A-B8E2-CF60631A3830}" type="presParOf" srcId="{81E7C48C-889C-406D-B1E3-F315A63EFF65}" destId="{16B5C335-F989-4243-9059-B4C87A1F0F2F}" srcOrd="1" destOrd="0" presId="urn:microsoft.com/office/officeart/2018/2/layout/IconVerticalSolidList"/>
    <dgm:cxn modelId="{8E215E60-0F27-4BF9-A60E-3D51558650F3}" type="presParOf" srcId="{81E7C48C-889C-406D-B1E3-F315A63EFF65}" destId="{CBF31835-E007-417A-B3DD-D859B3EFAC2E}" srcOrd="2" destOrd="0" presId="urn:microsoft.com/office/officeart/2018/2/layout/IconVerticalSolidList"/>
    <dgm:cxn modelId="{1524A9FF-8867-48B0-9B09-8EAABDF23AAE}" type="presParOf" srcId="{81E7C48C-889C-406D-B1E3-F315A63EFF65}" destId="{7ACF3FFA-F0CC-41E9-A1A9-F8029D6FEEF4}" srcOrd="3" destOrd="0" presId="urn:microsoft.com/office/officeart/2018/2/layout/IconVerticalSolidList"/>
    <dgm:cxn modelId="{C1E5F681-B983-4C51-BE46-DAEB49BFBCF4}" type="presParOf" srcId="{862443A2-6FAB-4EBC-A4EE-56CFC7BA7C83}" destId="{14C385F7-626F-45FC-A2FB-36B62699B96F}" srcOrd="1" destOrd="0" presId="urn:microsoft.com/office/officeart/2018/2/layout/IconVerticalSolidList"/>
    <dgm:cxn modelId="{6EE9F416-9100-4547-8905-A703FDD6CF3C}" type="presParOf" srcId="{862443A2-6FAB-4EBC-A4EE-56CFC7BA7C83}" destId="{C8D1934D-66A3-4410-9CC9-EE3859AE9452}" srcOrd="2" destOrd="0" presId="urn:microsoft.com/office/officeart/2018/2/layout/IconVerticalSolidList"/>
    <dgm:cxn modelId="{AF55D00F-C068-46A5-BFB2-9FBBFC91D9FE}" type="presParOf" srcId="{C8D1934D-66A3-4410-9CC9-EE3859AE9452}" destId="{C3708F13-B6A4-43D2-ADE8-AC8224A4572F}" srcOrd="0" destOrd="0" presId="urn:microsoft.com/office/officeart/2018/2/layout/IconVerticalSolidList"/>
    <dgm:cxn modelId="{C16268AD-E60B-480C-B96D-EA41B881EE5D}" type="presParOf" srcId="{C8D1934D-66A3-4410-9CC9-EE3859AE9452}" destId="{44C6151F-DDD1-447A-91EA-B5B08C5D7333}" srcOrd="1" destOrd="0" presId="urn:microsoft.com/office/officeart/2018/2/layout/IconVerticalSolidList"/>
    <dgm:cxn modelId="{84CC9D45-4714-4F9D-A0DE-E28D1411215C}" type="presParOf" srcId="{C8D1934D-66A3-4410-9CC9-EE3859AE9452}" destId="{4DDA0915-66BD-4E23-A19F-0EA96E089347}" srcOrd="2" destOrd="0" presId="urn:microsoft.com/office/officeart/2018/2/layout/IconVerticalSolidList"/>
    <dgm:cxn modelId="{EABF3041-3755-4992-AEEB-965521EB2165}" type="presParOf" srcId="{C8D1934D-66A3-4410-9CC9-EE3859AE9452}" destId="{83C64060-38C3-42A6-91A6-46069129A0E8}" srcOrd="3" destOrd="0" presId="urn:microsoft.com/office/officeart/2018/2/layout/IconVerticalSolidList"/>
    <dgm:cxn modelId="{5E72AE19-97EC-44B2-B101-93A5F39955BA}" type="presParOf" srcId="{862443A2-6FAB-4EBC-A4EE-56CFC7BA7C83}" destId="{74FC0C9B-A7BF-4F5B-918E-3BDA351163B7}" srcOrd="3" destOrd="0" presId="urn:microsoft.com/office/officeart/2018/2/layout/IconVerticalSolidList"/>
    <dgm:cxn modelId="{AB25F4F2-8AAB-4961-8812-2D50E0ABC39B}" type="presParOf" srcId="{862443A2-6FAB-4EBC-A4EE-56CFC7BA7C83}" destId="{1CCC3DD8-4D97-4021-8037-55209BDCC736}" srcOrd="4" destOrd="0" presId="urn:microsoft.com/office/officeart/2018/2/layout/IconVerticalSolidList"/>
    <dgm:cxn modelId="{19658809-5C29-41A3-896A-12B662B25AC1}" type="presParOf" srcId="{1CCC3DD8-4D97-4021-8037-55209BDCC736}" destId="{EBB4FC64-42A6-4551-B8D6-96B5BFC130B7}" srcOrd="0" destOrd="0" presId="urn:microsoft.com/office/officeart/2018/2/layout/IconVerticalSolidList"/>
    <dgm:cxn modelId="{B1904E38-C36D-45B2-9893-A754D89FFA09}" type="presParOf" srcId="{1CCC3DD8-4D97-4021-8037-55209BDCC736}" destId="{EE4910F1-6930-4F00-9743-76DA0E9236D5}" srcOrd="1" destOrd="0" presId="urn:microsoft.com/office/officeart/2018/2/layout/IconVerticalSolidList"/>
    <dgm:cxn modelId="{D0188882-292F-47D7-9C03-2440D02B6D00}" type="presParOf" srcId="{1CCC3DD8-4D97-4021-8037-55209BDCC736}" destId="{70E28A86-AEBF-41A4-8EE8-07082F571912}" srcOrd="2" destOrd="0" presId="urn:microsoft.com/office/officeart/2018/2/layout/IconVerticalSolidList"/>
    <dgm:cxn modelId="{36363D85-327A-4609-A587-5C054E01B63F}" type="presParOf" srcId="{1CCC3DD8-4D97-4021-8037-55209BDCC736}" destId="{5B9E601D-2EB3-4D71-8E45-C04628A1A6E1}" srcOrd="3" destOrd="0" presId="urn:microsoft.com/office/officeart/2018/2/layout/IconVerticalSolidList"/>
    <dgm:cxn modelId="{E70B4B80-FF57-48E6-A84C-60036C48D544}" type="presParOf" srcId="{862443A2-6FAB-4EBC-A4EE-56CFC7BA7C83}" destId="{7FF32C61-F7EE-47E5-A097-D8B9DA6553F7}" srcOrd="5" destOrd="0" presId="urn:microsoft.com/office/officeart/2018/2/layout/IconVerticalSolidList"/>
    <dgm:cxn modelId="{5050E17E-FBD7-4BB1-8A53-640CD88B99E2}" type="presParOf" srcId="{862443A2-6FAB-4EBC-A4EE-56CFC7BA7C83}" destId="{45EF193E-3200-45BA-953D-CCBDE2281912}" srcOrd="6" destOrd="0" presId="urn:microsoft.com/office/officeart/2018/2/layout/IconVerticalSolidList"/>
    <dgm:cxn modelId="{C96FCA7E-4A60-496A-AF9C-3F89DA1B1EFF}" type="presParOf" srcId="{45EF193E-3200-45BA-953D-CCBDE2281912}" destId="{92A48CD8-88AC-4EFF-AC31-93E50BF9AD18}" srcOrd="0" destOrd="0" presId="urn:microsoft.com/office/officeart/2018/2/layout/IconVerticalSolidList"/>
    <dgm:cxn modelId="{F6F46D23-2001-4493-9B55-44C7EAACC672}" type="presParOf" srcId="{45EF193E-3200-45BA-953D-CCBDE2281912}" destId="{FCA996C7-4FE4-4CB1-9F02-38D27B83AA27}" srcOrd="1" destOrd="0" presId="urn:microsoft.com/office/officeart/2018/2/layout/IconVerticalSolidList"/>
    <dgm:cxn modelId="{B5C6C347-5402-447A-AD13-A2A0066BC02B}" type="presParOf" srcId="{45EF193E-3200-45BA-953D-CCBDE2281912}" destId="{243552BF-569F-43CC-80E1-3003A84C3F2C}" srcOrd="2" destOrd="0" presId="urn:microsoft.com/office/officeart/2018/2/layout/IconVerticalSolidList"/>
    <dgm:cxn modelId="{527C92B0-3057-4C37-BA10-CC18F27F9889}" type="presParOf" srcId="{45EF193E-3200-45BA-953D-CCBDE2281912}" destId="{AD7515FD-70FB-450C-AB8F-4309C09444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006C63-F218-402F-8EBD-60000755184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7928A07-FD01-4A11-822C-5116B6716A39}">
      <dgm:prSet/>
      <dgm:spPr/>
      <dgm:t>
        <a:bodyPr/>
        <a:lstStyle/>
        <a:p>
          <a:r>
            <a:rPr lang="en-US" b="1" i="0" baseline="0" dirty="0"/>
            <a:t>Improved Operational Efficiency</a:t>
          </a:r>
          <a:r>
            <a:rPr lang="en-US" b="0" i="0" baseline="0" dirty="0"/>
            <a:t>: Automation and streamlined processes increase productivity by reducing the manual workload for facility managers.</a:t>
          </a:r>
          <a:endParaRPr lang="en-US" dirty="0"/>
        </a:p>
      </dgm:t>
    </dgm:pt>
    <dgm:pt modelId="{4C8034A0-0006-44AA-9073-3A4813AE36F5}" type="parTrans" cxnId="{98ED026F-31AC-4432-8AAC-80EE98A6574A}">
      <dgm:prSet/>
      <dgm:spPr/>
      <dgm:t>
        <a:bodyPr/>
        <a:lstStyle/>
        <a:p>
          <a:endParaRPr lang="en-US"/>
        </a:p>
      </dgm:t>
    </dgm:pt>
    <dgm:pt modelId="{D61D16AA-1127-48ED-91A6-0BC9E6120CC2}" type="sibTrans" cxnId="{98ED026F-31AC-4432-8AAC-80EE98A6574A}">
      <dgm:prSet/>
      <dgm:spPr/>
      <dgm:t>
        <a:bodyPr/>
        <a:lstStyle/>
        <a:p>
          <a:endParaRPr lang="en-US"/>
        </a:p>
      </dgm:t>
    </dgm:pt>
    <dgm:pt modelId="{3AE1F3C9-BAD0-4F6C-BAC9-9BFF199168EB}">
      <dgm:prSet/>
      <dgm:spPr/>
      <dgm:t>
        <a:bodyPr/>
        <a:lstStyle/>
        <a:p>
          <a:r>
            <a:rPr lang="en-US" b="1" i="0" baseline="0"/>
            <a:t>Cost Savings</a:t>
          </a:r>
          <a:r>
            <a:rPr lang="en-US" b="0" i="0" baseline="0"/>
            <a:t>: By optimizing maintenance schedules, energy usage, and space utilization, FMS help reduce operational costs significantly.</a:t>
          </a:r>
          <a:endParaRPr lang="en-US"/>
        </a:p>
      </dgm:t>
    </dgm:pt>
    <dgm:pt modelId="{6C2F20AD-2755-4540-9856-7509D8AC2A44}" type="parTrans" cxnId="{C7A6C5B2-9F4F-4289-B11C-841984A57BA3}">
      <dgm:prSet/>
      <dgm:spPr/>
      <dgm:t>
        <a:bodyPr/>
        <a:lstStyle/>
        <a:p>
          <a:endParaRPr lang="en-US"/>
        </a:p>
      </dgm:t>
    </dgm:pt>
    <dgm:pt modelId="{AC356837-BE6F-4C44-B685-D851BE8D0BEB}" type="sibTrans" cxnId="{C7A6C5B2-9F4F-4289-B11C-841984A57BA3}">
      <dgm:prSet/>
      <dgm:spPr/>
      <dgm:t>
        <a:bodyPr/>
        <a:lstStyle/>
        <a:p>
          <a:endParaRPr lang="en-US"/>
        </a:p>
      </dgm:t>
    </dgm:pt>
    <dgm:pt modelId="{E6CAF8B4-51EB-4C65-A411-8F80A117123C}">
      <dgm:prSet/>
      <dgm:spPr/>
      <dgm:t>
        <a:bodyPr/>
        <a:lstStyle/>
        <a:p>
          <a:r>
            <a:rPr lang="en-US" b="1" i="0" baseline="0"/>
            <a:t>Enhanced Compliance</a:t>
          </a:r>
          <a:r>
            <a:rPr lang="en-US" b="0" i="0" baseline="0"/>
            <a:t>: FMS assist in staying compliant with safety regulations, energy usage laws, and other standards by providing tools for regular checks and audits.</a:t>
          </a:r>
          <a:endParaRPr lang="en-US"/>
        </a:p>
      </dgm:t>
    </dgm:pt>
    <dgm:pt modelId="{7E71D906-C845-46CC-A070-0DB867693CD8}" type="parTrans" cxnId="{8704AC2D-6215-4230-950D-7CDB21186971}">
      <dgm:prSet/>
      <dgm:spPr/>
      <dgm:t>
        <a:bodyPr/>
        <a:lstStyle/>
        <a:p>
          <a:endParaRPr lang="en-US"/>
        </a:p>
      </dgm:t>
    </dgm:pt>
    <dgm:pt modelId="{B5EEDB86-F18B-4E8B-93A1-A21EEDEBA41D}" type="sibTrans" cxnId="{8704AC2D-6215-4230-950D-7CDB21186971}">
      <dgm:prSet/>
      <dgm:spPr/>
      <dgm:t>
        <a:bodyPr/>
        <a:lstStyle/>
        <a:p>
          <a:endParaRPr lang="en-US"/>
        </a:p>
      </dgm:t>
    </dgm:pt>
    <dgm:pt modelId="{0CA0D7DA-8D4B-47DA-9E98-B4AD67548D8D}">
      <dgm:prSet/>
      <dgm:spPr/>
      <dgm:t>
        <a:bodyPr/>
        <a:lstStyle/>
        <a:p>
          <a:r>
            <a:rPr lang="en-US" b="1" i="0" baseline="0"/>
            <a:t>Sustainability</a:t>
          </a:r>
          <a:r>
            <a:rPr lang="en-US" b="0" i="0" baseline="0"/>
            <a:t>: They enable monitoring of energy consumption and help implement greener practices by reducing waste and improving energy efficiency.</a:t>
          </a:r>
          <a:endParaRPr lang="en-US"/>
        </a:p>
      </dgm:t>
    </dgm:pt>
    <dgm:pt modelId="{91FF9301-2A92-4AE3-BB6A-EDA02FB913AC}" type="parTrans" cxnId="{AD241172-9EEF-47F0-839F-EB52DE84CA1B}">
      <dgm:prSet/>
      <dgm:spPr/>
      <dgm:t>
        <a:bodyPr/>
        <a:lstStyle/>
        <a:p>
          <a:endParaRPr lang="en-US"/>
        </a:p>
      </dgm:t>
    </dgm:pt>
    <dgm:pt modelId="{3CE5744B-C78D-4D72-8D7E-B2B99E140FB6}" type="sibTrans" cxnId="{AD241172-9EEF-47F0-839F-EB52DE84CA1B}">
      <dgm:prSet/>
      <dgm:spPr/>
      <dgm:t>
        <a:bodyPr/>
        <a:lstStyle/>
        <a:p>
          <a:endParaRPr lang="en-US"/>
        </a:p>
      </dgm:t>
    </dgm:pt>
    <dgm:pt modelId="{87A0660D-CF0D-4987-9BB9-9F68CEA7C956}">
      <dgm:prSet/>
      <dgm:spPr/>
      <dgm:t>
        <a:bodyPr/>
        <a:lstStyle/>
        <a:p>
          <a:r>
            <a:rPr lang="en-US" b="1" i="0" baseline="0"/>
            <a:t>Increased Occupant Satisfaction</a:t>
          </a:r>
          <a:r>
            <a:rPr lang="en-US" b="0" i="0" baseline="0"/>
            <a:t>: Optimized facilities contribute to better comfort, satisfaction, and productivity for the occupants. </a:t>
          </a:r>
          <a:endParaRPr lang="en-US"/>
        </a:p>
      </dgm:t>
    </dgm:pt>
    <dgm:pt modelId="{C31A1507-6F20-4181-9AD5-43AD0543D531}" type="parTrans" cxnId="{C27DB751-C055-4F74-8C5E-16555296FB90}">
      <dgm:prSet/>
      <dgm:spPr/>
      <dgm:t>
        <a:bodyPr/>
        <a:lstStyle/>
        <a:p>
          <a:endParaRPr lang="en-US"/>
        </a:p>
      </dgm:t>
    </dgm:pt>
    <dgm:pt modelId="{0976C9C3-CC45-4BD8-9261-0AB2C37776B1}" type="sibTrans" cxnId="{C27DB751-C055-4F74-8C5E-16555296FB90}">
      <dgm:prSet/>
      <dgm:spPr/>
      <dgm:t>
        <a:bodyPr/>
        <a:lstStyle/>
        <a:p>
          <a:endParaRPr lang="en-US"/>
        </a:p>
      </dgm:t>
    </dgm:pt>
    <dgm:pt modelId="{AC0B4047-DE76-480C-95B2-CB6D66ED4694}" type="pres">
      <dgm:prSet presAssocID="{E4006C63-F218-402F-8EBD-60000755184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0A14808-ACE7-4CD6-9341-623D52F14AFA}" type="pres">
      <dgm:prSet presAssocID="{17928A07-FD01-4A11-822C-5116B6716A39}" presName="compNode" presStyleCnt="0"/>
      <dgm:spPr/>
    </dgm:pt>
    <dgm:pt modelId="{25BD097C-BD11-4116-B662-DAC922F9C5FF}" type="pres">
      <dgm:prSet presAssocID="{17928A07-FD01-4A11-822C-5116B6716A39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BE86920-64C2-4F7F-B95D-0B5EE1FC6A31}" type="pres">
      <dgm:prSet presAssocID="{17928A07-FD01-4A11-822C-5116B6716A39}" presName="spaceRect" presStyleCnt="0"/>
      <dgm:spPr/>
    </dgm:pt>
    <dgm:pt modelId="{A0F43724-ADE9-4140-B5EB-29E6AFF682EE}" type="pres">
      <dgm:prSet presAssocID="{17928A07-FD01-4A11-822C-5116B6716A39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E5FACDF7-D462-42C3-88ED-2543C270D2EA}" type="pres">
      <dgm:prSet presAssocID="{D61D16AA-1127-48ED-91A6-0BC9E6120CC2}" presName="sibTrans" presStyleCnt="0"/>
      <dgm:spPr/>
    </dgm:pt>
    <dgm:pt modelId="{1AB34DDE-5314-4DDF-82A0-7919301C293C}" type="pres">
      <dgm:prSet presAssocID="{3AE1F3C9-BAD0-4F6C-BAC9-9BFF199168EB}" presName="compNode" presStyleCnt="0"/>
      <dgm:spPr/>
    </dgm:pt>
    <dgm:pt modelId="{54E56DC1-0F38-46E0-A34C-CCE335D07A5E}" type="pres">
      <dgm:prSet presAssocID="{3AE1F3C9-BAD0-4F6C-BAC9-9BFF199168E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98E63F3-EE21-4B4E-8A2A-0053AD81D677}" type="pres">
      <dgm:prSet presAssocID="{3AE1F3C9-BAD0-4F6C-BAC9-9BFF199168EB}" presName="spaceRect" presStyleCnt="0"/>
      <dgm:spPr/>
    </dgm:pt>
    <dgm:pt modelId="{0D554E77-AB9F-4AEA-92C2-9E14717B39B3}" type="pres">
      <dgm:prSet presAssocID="{3AE1F3C9-BAD0-4F6C-BAC9-9BFF199168EB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C12AF5F-C8B1-456B-B720-E2464E92A80E}" type="pres">
      <dgm:prSet presAssocID="{AC356837-BE6F-4C44-B685-D851BE8D0BEB}" presName="sibTrans" presStyleCnt="0"/>
      <dgm:spPr/>
    </dgm:pt>
    <dgm:pt modelId="{913B7658-3B7F-403E-AF6E-9681EC37E17E}" type="pres">
      <dgm:prSet presAssocID="{E6CAF8B4-51EB-4C65-A411-8F80A117123C}" presName="compNode" presStyleCnt="0"/>
      <dgm:spPr/>
    </dgm:pt>
    <dgm:pt modelId="{112B406B-98B8-47A8-BC0A-7A3206796FBE}" type="pres">
      <dgm:prSet presAssocID="{E6CAF8B4-51EB-4C65-A411-8F80A117123C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E659ACD-15FD-4C6B-9854-64AA68493593}" type="pres">
      <dgm:prSet presAssocID="{E6CAF8B4-51EB-4C65-A411-8F80A117123C}" presName="spaceRect" presStyleCnt="0"/>
      <dgm:spPr/>
    </dgm:pt>
    <dgm:pt modelId="{D13018B2-686B-432C-AE2F-CC04C1422CB9}" type="pres">
      <dgm:prSet presAssocID="{E6CAF8B4-51EB-4C65-A411-8F80A117123C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03CA87B0-0352-49E9-AD6C-C92A15DBA63C}" type="pres">
      <dgm:prSet presAssocID="{B5EEDB86-F18B-4E8B-93A1-A21EEDEBA41D}" presName="sibTrans" presStyleCnt="0"/>
      <dgm:spPr/>
    </dgm:pt>
    <dgm:pt modelId="{E1B80221-BC5E-41C4-B0C3-4B1C359A8F6B}" type="pres">
      <dgm:prSet presAssocID="{0CA0D7DA-8D4B-47DA-9E98-B4AD67548D8D}" presName="compNode" presStyleCnt="0"/>
      <dgm:spPr/>
    </dgm:pt>
    <dgm:pt modelId="{2BF53F00-8A93-41B7-8000-CC9A2E6278ED}" type="pres">
      <dgm:prSet presAssocID="{0CA0D7DA-8D4B-47DA-9E98-B4AD67548D8D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91CBF1B1-AB1F-4F74-93DC-6B6AC6B4513B}" type="pres">
      <dgm:prSet presAssocID="{0CA0D7DA-8D4B-47DA-9E98-B4AD67548D8D}" presName="spaceRect" presStyleCnt="0"/>
      <dgm:spPr/>
    </dgm:pt>
    <dgm:pt modelId="{F0F5B3CB-5EE6-4EE1-A210-5A157C907DCD}" type="pres">
      <dgm:prSet presAssocID="{0CA0D7DA-8D4B-47DA-9E98-B4AD67548D8D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9A48B7BC-BA57-422C-98B1-DAAEF16A68AF}" type="pres">
      <dgm:prSet presAssocID="{3CE5744B-C78D-4D72-8D7E-B2B99E140FB6}" presName="sibTrans" presStyleCnt="0"/>
      <dgm:spPr/>
    </dgm:pt>
    <dgm:pt modelId="{2A2A7354-F98E-4FFE-8742-9A54A8E0A6E6}" type="pres">
      <dgm:prSet presAssocID="{87A0660D-CF0D-4987-9BB9-9F68CEA7C956}" presName="compNode" presStyleCnt="0"/>
      <dgm:spPr/>
    </dgm:pt>
    <dgm:pt modelId="{BAD7BB17-A702-43F6-9C70-3A0EF3563840}" type="pres">
      <dgm:prSet presAssocID="{87A0660D-CF0D-4987-9BB9-9F68CEA7C956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9D314AE4-246D-442F-B985-2A8468AF857D}" type="pres">
      <dgm:prSet presAssocID="{87A0660D-CF0D-4987-9BB9-9F68CEA7C956}" presName="spaceRect" presStyleCnt="0"/>
      <dgm:spPr/>
    </dgm:pt>
    <dgm:pt modelId="{F7F87680-9C11-4FC5-83BD-D698347508F2}" type="pres">
      <dgm:prSet presAssocID="{87A0660D-CF0D-4987-9BB9-9F68CEA7C956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241172-9EEF-47F0-839F-EB52DE84CA1B}" srcId="{E4006C63-F218-402F-8EBD-600007551845}" destId="{0CA0D7DA-8D4B-47DA-9E98-B4AD67548D8D}" srcOrd="3" destOrd="0" parTransId="{91FF9301-2A92-4AE3-BB6A-EDA02FB913AC}" sibTransId="{3CE5744B-C78D-4D72-8D7E-B2B99E140FB6}"/>
    <dgm:cxn modelId="{8CE5A468-387A-47A1-ABE0-1B6BB3DCE7AB}" type="presOf" srcId="{0CA0D7DA-8D4B-47DA-9E98-B4AD67548D8D}" destId="{F0F5B3CB-5EE6-4EE1-A210-5A157C907DCD}" srcOrd="0" destOrd="0" presId="urn:microsoft.com/office/officeart/2018/2/layout/IconLabelList"/>
    <dgm:cxn modelId="{37A6BDC7-83BA-4FD1-AFCA-58DA2B89D2BE}" type="presOf" srcId="{3AE1F3C9-BAD0-4F6C-BAC9-9BFF199168EB}" destId="{0D554E77-AB9F-4AEA-92C2-9E14717B39B3}" srcOrd="0" destOrd="0" presId="urn:microsoft.com/office/officeart/2018/2/layout/IconLabelList"/>
    <dgm:cxn modelId="{EF1C51CB-2206-4409-A881-4965C7047866}" type="presOf" srcId="{87A0660D-CF0D-4987-9BB9-9F68CEA7C956}" destId="{F7F87680-9C11-4FC5-83BD-D698347508F2}" srcOrd="0" destOrd="0" presId="urn:microsoft.com/office/officeart/2018/2/layout/IconLabelList"/>
    <dgm:cxn modelId="{98ED026F-31AC-4432-8AAC-80EE98A6574A}" srcId="{E4006C63-F218-402F-8EBD-600007551845}" destId="{17928A07-FD01-4A11-822C-5116B6716A39}" srcOrd="0" destOrd="0" parTransId="{4C8034A0-0006-44AA-9073-3A4813AE36F5}" sibTransId="{D61D16AA-1127-48ED-91A6-0BC9E6120CC2}"/>
    <dgm:cxn modelId="{8704AC2D-6215-4230-950D-7CDB21186971}" srcId="{E4006C63-F218-402F-8EBD-600007551845}" destId="{E6CAF8B4-51EB-4C65-A411-8F80A117123C}" srcOrd="2" destOrd="0" parTransId="{7E71D906-C845-46CC-A070-0DB867693CD8}" sibTransId="{B5EEDB86-F18B-4E8B-93A1-A21EEDEBA41D}"/>
    <dgm:cxn modelId="{C7A6C5B2-9F4F-4289-B11C-841984A57BA3}" srcId="{E4006C63-F218-402F-8EBD-600007551845}" destId="{3AE1F3C9-BAD0-4F6C-BAC9-9BFF199168EB}" srcOrd="1" destOrd="0" parTransId="{6C2F20AD-2755-4540-9856-7509D8AC2A44}" sibTransId="{AC356837-BE6F-4C44-B685-D851BE8D0BEB}"/>
    <dgm:cxn modelId="{2489A3AD-8DCF-408A-8840-EF2E12A05657}" type="presOf" srcId="{E6CAF8B4-51EB-4C65-A411-8F80A117123C}" destId="{D13018B2-686B-432C-AE2F-CC04C1422CB9}" srcOrd="0" destOrd="0" presId="urn:microsoft.com/office/officeart/2018/2/layout/IconLabelList"/>
    <dgm:cxn modelId="{15E9666E-CA6D-4388-945E-C410657B1D0C}" type="presOf" srcId="{17928A07-FD01-4A11-822C-5116B6716A39}" destId="{A0F43724-ADE9-4140-B5EB-29E6AFF682EE}" srcOrd="0" destOrd="0" presId="urn:microsoft.com/office/officeart/2018/2/layout/IconLabelList"/>
    <dgm:cxn modelId="{08F72E61-AFEE-4A64-B11B-761229F9E3D3}" type="presOf" srcId="{E4006C63-F218-402F-8EBD-600007551845}" destId="{AC0B4047-DE76-480C-95B2-CB6D66ED4694}" srcOrd="0" destOrd="0" presId="urn:microsoft.com/office/officeart/2018/2/layout/IconLabelList"/>
    <dgm:cxn modelId="{C27DB751-C055-4F74-8C5E-16555296FB90}" srcId="{E4006C63-F218-402F-8EBD-600007551845}" destId="{87A0660D-CF0D-4987-9BB9-9F68CEA7C956}" srcOrd="4" destOrd="0" parTransId="{C31A1507-6F20-4181-9AD5-43AD0543D531}" sibTransId="{0976C9C3-CC45-4BD8-9261-0AB2C37776B1}"/>
    <dgm:cxn modelId="{22DAF9C1-3423-4AFF-8134-63504E0CE65C}" type="presParOf" srcId="{AC0B4047-DE76-480C-95B2-CB6D66ED4694}" destId="{90A14808-ACE7-4CD6-9341-623D52F14AFA}" srcOrd="0" destOrd="0" presId="urn:microsoft.com/office/officeart/2018/2/layout/IconLabelList"/>
    <dgm:cxn modelId="{A791F908-70C5-4C0F-BC8E-5A95AE0EF8D8}" type="presParOf" srcId="{90A14808-ACE7-4CD6-9341-623D52F14AFA}" destId="{25BD097C-BD11-4116-B662-DAC922F9C5FF}" srcOrd="0" destOrd="0" presId="urn:microsoft.com/office/officeart/2018/2/layout/IconLabelList"/>
    <dgm:cxn modelId="{DA233665-A90A-4EC9-B39E-029553215CE1}" type="presParOf" srcId="{90A14808-ACE7-4CD6-9341-623D52F14AFA}" destId="{8BE86920-64C2-4F7F-B95D-0B5EE1FC6A31}" srcOrd="1" destOrd="0" presId="urn:microsoft.com/office/officeart/2018/2/layout/IconLabelList"/>
    <dgm:cxn modelId="{6E4EEA76-5220-4B6D-99C5-3EDA3147D259}" type="presParOf" srcId="{90A14808-ACE7-4CD6-9341-623D52F14AFA}" destId="{A0F43724-ADE9-4140-B5EB-29E6AFF682EE}" srcOrd="2" destOrd="0" presId="urn:microsoft.com/office/officeart/2018/2/layout/IconLabelList"/>
    <dgm:cxn modelId="{013408EB-7427-4246-813E-A00D40EF2749}" type="presParOf" srcId="{AC0B4047-DE76-480C-95B2-CB6D66ED4694}" destId="{E5FACDF7-D462-42C3-88ED-2543C270D2EA}" srcOrd="1" destOrd="0" presId="urn:microsoft.com/office/officeart/2018/2/layout/IconLabelList"/>
    <dgm:cxn modelId="{D5A8AF7E-84C7-4D80-9307-F7F8F0684E56}" type="presParOf" srcId="{AC0B4047-DE76-480C-95B2-CB6D66ED4694}" destId="{1AB34DDE-5314-4DDF-82A0-7919301C293C}" srcOrd="2" destOrd="0" presId="urn:microsoft.com/office/officeart/2018/2/layout/IconLabelList"/>
    <dgm:cxn modelId="{F801FFD6-FD79-49D9-ADFD-33EAEDD74275}" type="presParOf" srcId="{1AB34DDE-5314-4DDF-82A0-7919301C293C}" destId="{54E56DC1-0F38-46E0-A34C-CCE335D07A5E}" srcOrd="0" destOrd="0" presId="urn:microsoft.com/office/officeart/2018/2/layout/IconLabelList"/>
    <dgm:cxn modelId="{391E7787-5CFF-4BA7-A849-36D3E38C7292}" type="presParOf" srcId="{1AB34DDE-5314-4DDF-82A0-7919301C293C}" destId="{E98E63F3-EE21-4B4E-8A2A-0053AD81D677}" srcOrd="1" destOrd="0" presId="urn:microsoft.com/office/officeart/2018/2/layout/IconLabelList"/>
    <dgm:cxn modelId="{ADCC1B73-D698-4953-A305-68E22B25B203}" type="presParOf" srcId="{1AB34DDE-5314-4DDF-82A0-7919301C293C}" destId="{0D554E77-AB9F-4AEA-92C2-9E14717B39B3}" srcOrd="2" destOrd="0" presId="urn:microsoft.com/office/officeart/2018/2/layout/IconLabelList"/>
    <dgm:cxn modelId="{FC4B5CC9-CAB0-45ED-8224-F2A8AA998C9F}" type="presParOf" srcId="{AC0B4047-DE76-480C-95B2-CB6D66ED4694}" destId="{BC12AF5F-C8B1-456B-B720-E2464E92A80E}" srcOrd="3" destOrd="0" presId="urn:microsoft.com/office/officeart/2018/2/layout/IconLabelList"/>
    <dgm:cxn modelId="{288289EC-7BF5-4724-A86F-51DB35041370}" type="presParOf" srcId="{AC0B4047-DE76-480C-95B2-CB6D66ED4694}" destId="{913B7658-3B7F-403E-AF6E-9681EC37E17E}" srcOrd="4" destOrd="0" presId="urn:microsoft.com/office/officeart/2018/2/layout/IconLabelList"/>
    <dgm:cxn modelId="{F81B117A-A0DC-4F7F-A078-3B94C4041E64}" type="presParOf" srcId="{913B7658-3B7F-403E-AF6E-9681EC37E17E}" destId="{112B406B-98B8-47A8-BC0A-7A3206796FBE}" srcOrd="0" destOrd="0" presId="urn:microsoft.com/office/officeart/2018/2/layout/IconLabelList"/>
    <dgm:cxn modelId="{252AB878-BDF1-4133-BA81-50D4372DD1F3}" type="presParOf" srcId="{913B7658-3B7F-403E-AF6E-9681EC37E17E}" destId="{7E659ACD-15FD-4C6B-9854-64AA68493593}" srcOrd="1" destOrd="0" presId="urn:microsoft.com/office/officeart/2018/2/layout/IconLabelList"/>
    <dgm:cxn modelId="{196BDE14-C8EA-4CAA-93D3-DDC835914D2C}" type="presParOf" srcId="{913B7658-3B7F-403E-AF6E-9681EC37E17E}" destId="{D13018B2-686B-432C-AE2F-CC04C1422CB9}" srcOrd="2" destOrd="0" presId="urn:microsoft.com/office/officeart/2018/2/layout/IconLabelList"/>
    <dgm:cxn modelId="{FD47E088-DB15-4215-AF47-AFF776D0C643}" type="presParOf" srcId="{AC0B4047-DE76-480C-95B2-CB6D66ED4694}" destId="{03CA87B0-0352-49E9-AD6C-C92A15DBA63C}" srcOrd="5" destOrd="0" presId="urn:microsoft.com/office/officeart/2018/2/layout/IconLabelList"/>
    <dgm:cxn modelId="{CD540A7F-7059-479B-A98B-E5213FDADA80}" type="presParOf" srcId="{AC0B4047-DE76-480C-95B2-CB6D66ED4694}" destId="{E1B80221-BC5E-41C4-B0C3-4B1C359A8F6B}" srcOrd="6" destOrd="0" presId="urn:microsoft.com/office/officeart/2018/2/layout/IconLabelList"/>
    <dgm:cxn modelId="{F8EB66D6-DC54-4CB0-9E3C-24E606B31090}" type="presParOf" srcId="{E1B80221-BC5E-41C4-B0C3-4B1C359A8F6B}" destId="{2BF53F00-8A93-41B7-8000-CC9A2E6278ED}" srcOrd="0" destOrd="0" presId="urn:microsoft.com/office/officeart/2018/2/layout/IconLabelList"/>
    <dgm:cxn modelId="{52936D5B-ADB0-441F-BD3E-BB8299ADA371}" type="presParOf" srcId="{E1B80221-BC5E-41C4-B0C3-4B1C359A8F6B}" destId="{91CBF1B1-AB1F-4F74-93DC-6B6AC6B4513B}" srcOrd="1" destOrd="0" presId="urn:microsoft.com/office/officeart/2018/2/layout/IconLabelList"/>
    <dgm:cxn modelId="{6067D330-AC25-4F6F-A31C-73D8573803CD}" type="presParOf" srcId="{E1B80221-BC5E-41C4-B0C3-4B1C359A8F6B}" destId="{F0F5B3CB-5EE6-4EE1-A210-5A157C907DCD}" srcOrd="2" destOrd="0" presId="urn:microsoft.com/office/officeart/2018/2/layout/IconLabelList"/>
    <dgm:cxn modelId="{B69DA640-DE06-458D-B75D-ABCF5BBFB30F}" type="presParOf" srcId="{AC0B4047-DE76-480C-95B2-CB6D66ED4694}" destId="{9A48B7BC-BA57-422C-98B1-DAAEF16A68AF}" srcOrd="7" destOrd="0" presId="urn:microsoft.com/office/officeart/2018/2/layout/IconLabelList"/>
    <dgm:cxn modelId="{1E30A038-9C11-48DC-A645-EF9985366586}" type="presParOf" srcId="{AC0B4047-DE76-480C-95B2-CB6D66ED4694}" destId="{2A2A7354-F98E-4FFE-8742-9A54A8E0A6E6}" srcOrd="8" destOrd="0" presId="urn:microsoft.com/office/officeart/2018/2/layout/IconLabelList"/>
    <dgm:cxn modelId="{DE73BBB5-49B3-4F34-B398-3C5B9E3468FC}" type="presParOf" srcId="{2A2A7354-F98E-4FFE-8742-9A54A8E0A6E6}" destId="{BAD7BB17-A702-43F6-9C70-3A0EF3563840}" srcOrd="0" destOrd="0" presId="urn:microsoft.com/office/officeart/2018/2/layout/IconLabelList"/>
    <dgm:cxn modelId="{AEAA0E98-D107-4028-9384-8D1C9F10175F}" type="presParOf" srcId="{2A2A7354-F98E-4FFE-8742-9A54A8E0A6E6}" destId="{9D314AE4-246D-442F-B985-2A8468AF857D}" srcOrd="1" destOrd="0" presId="urn:microsoft.com/office/officeart/2018/2/layout/IconLabelList"/>
    <dgm:cxn modelId="{6204C1C2-3673-4C83-81F6-917D2CB2E638}" type="presParOf" srcId="{2A2A7354-F98E-4FFE-8742-9A54A8E0A6E6}" destId="{F7F87680-9C11-4FC5-83BD-D698347508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8068B0-48D4-40EF-87A9-FCD0F8D1B73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AAFDB3-40F3-4A8E-AF19-E3711F332174}">
      <dgm:prSet/>
      <dgm:spPr/>
      <dgm:t>
        <a:bodyPr/>
        <a:lstStyle/>
        <a:p>
          <a:r>
            <a:rPr lang="en-US" b="1" i="0" baseline="0"/>
            <a:t>Data Quality &amp; Integrity</a:t>
          </a:r>
          <a:r>
            <a:rPr lang="en-US" b="0" i="0" baseline="0"/>
            <a:t>: Accurate, up-to-date data is essential for effective asset tracking. Inconsistent or incomplete asset data can lead to incorrect decisions.</a:t>
          </a:r>
          <a:endParaRPr lang="en-US"/>
        </a:p>
      </dgm:t>
    </dgm:pt>
    <dgm:pt modelId="{48EE2F84-8B4D-4FD6-A021-FA31EE01C148}" type="parTrans" cxnId="{5C452763-ED62-4C5A-AD42-6765FD9C8AE6}">
      <dgm:prSet/>
      <dgm:spPr/>
      <dgm:t>
        <a:bodyPr/>
        <a:lstStyle/>
        <a:p>
          <a:endParaRPr lang="en-US"/>
        </a:p>
      </dgm:t>
    </dgm:pt>
    <dgm:pt modelId="{4BF62921-16AA-4480-83BA-C76F4D620014}" type="sibTrans" cxnId="{5C452763-ED62-4C5A-AD42-6765FD9C8AE6}">
      <dgm:prSet/>
      <dgm:spPr/>
      <dgm:t>
        <a:bodyPr/>
        <a:lstStyle/>
        <a:p>
          <a:endParaRPr lang="en-US"/>
        </a:p>
      </dgm:t>
    </dgm:pt>
    <dgm:pt modelId="{2E5CB400-7171-43B8-90AC-9ED295421D54}">
      <dgm:prSet/>
      <dgm:spPr/>
      <dgm:t>
        <a:bodyPr/>
        <a:lstStyle/>
        <a:p>
          <a:r>
            <a:rPr lang="en-US" b="1" i="0" baseline="0"/>
            <a:t>System Integration</a:t>
          </a:r>
          <a:r>
            <a:rPr lang="en-US" b="0" i="0" baseline="0"/>
            <a:t>: Integrating FMS Type A with existing systems (e.g., ERP, maintenance management) can be complex, requiring proper data synchronization and system compatibility.</a:t>
          </a:r>
          <a:endParaRPr lang="en-US"/>
        </a:p>
      </dgm:t>
    </dgm:pt>
    <dgm:pt modelId="{DC2CB21B-A25B-45CB-B908-793DED3B0493}" type="parTrans" cxnId="{FB37D580-6CA1-4E2E-9C1C-5B26B98EA617}">
      <dgm:prSet/>
      <dgm:spPr/>
      <dgm:t>
        <a:bodyPr/>
        <a:lstStyle/>
        <a:p>
          <a:endParaRPr lang="en-US"/>
        </a:p>
      </dgm:t>
    </dgm:pt>
    <dgm:pt modelId="{E239C8BE-5848-475E-BC53-519368880303}" type="sibTrans" cxnId="{FB37D580-6CA1-4E2E-9C1C-5B26B98EA617}">
      <dgm:prSet/>
      <dgm:spPr/>
      <dgm:t>
        <a:bodyPr/>
        <a:lstStyle/>
        <a:p>
          <a:endParaRPr lang="en-US"/>
        </a:p>
      </dgm:t>
    </dgm:pt>
    <dgm:pt modelId="{66F6C244-EF67-4210-BE68-4A81C69964B5}">
      <dgm:prSet/>
      <dgm:spPr/>
      <dgm:t>
        <a:bodyPr/>
        <a:lstStyle/>
        <a:p>
          <a:r>
            <a:rPr lang="en-US" b="1" i="0" baseline="0"/>
            <a:t>User Adoption</a:t>
          </a:r>
          <a:r>
            <a:rPr lang="en-US" b="0" i="0" baseline="0"/>
            <a:t>: Training staff and ensuring they use the system consistently can be difficult, especially in large facilities with many users.</a:t>
          </a:r>
          <a:endParaRPr lang="en-US"/>
        </a:p>
      </dgm:t>
    </dgm:pt>
    <dgm:pt modelId="{60D15177-D2E8-4B3E-92C9-5115CBB540D6}" type="parTrans" cxnId="{D6DDFD50-E36A-4F76-99B7-0C6BCC6A9BF3}">
      <dgm:prSet/>
      <dgm:spPr/>
      <dgm:t>
        <a:bodyPr/>
        <a:lstStyle/>
        <a:p>
          <a:endParaRPr lang="en-US"/>
        </a:p>
      </dgm:t>
    </dgm:pt>
    <dgm:pt modelId="{00FEE85B-C538-4B9F-8242-96550AA9FE93}" type="sibTrans" cxnId="{D6DDFD50-E36A-4F76-99B7-0C6BCC6A9BF3}">
      <dgm:prSet/>
      <dgm:spPr/>
      <dgm:t>
        <a:bodyPr/>
        <a:lstStyle/>
        <a:p>
          <a:endParaRPr lang="en-US"/>
        </a:p>
      </dgm:t>
    </dgm:pt>
    <dgm:pt modelId="{D265413F-BD6B-4EDA-8B3A-0C80EA3E26E0}">
      <dgm:prSet/>
      <dgm:spPr/>
      <dgm:t>
        <a:bodyPr/>
        <a:lstStyle/>
        <a:p>
          <a:r>
            <a:rPr lang="en-US" b="1" i="0" baseline="0"/>
            <a:t>Cost of Implementation</a:t>
          </a:r>
          <a:r>
            <a:rPr lang="en-US" b="0" i="0" baseline="0"/>
            <a:t>: The upfront costs of acquiring and customizing FMS Type A software can be significant, especially for smaller organizations. </a:t>
          </a:r>
          <a:endParaRPr lang="en-US"/>
        </a:p>
      </dgm:t>
    </dgm:pt>
    <dgm:pt modelId="{928BB9F7-FC20-4157-ABFB-89F749FD1CA3}" type="parTrans" cxnId="{6326E250-BB86-4B60-8AB2-185741C92158}">
      <dgm:prSet/>
      <dgm:spPr/>
      <dgm:t>
        <a:bodyPr/>
        <a:lstStyle/>
        <a:p>
          <a:endParaRPr lang="en-US"/>
        </a:p>
      </dgm:t>
    </dgm:pt>
    <dgm:pt modelId="{E0DB5C5A-76EE-4F85-92BF-D2D5FB018E97}" type="sibTrans" cxnId="{6326E250-BB86-4B60-8AB2-185741C92158}">
      <dgm:prSet/>
      <dgm:spPr/>
      <dgm:t>
        <a:bodyPr/>
        <a:lstStyle/>
        <a:p>
          <a:endParaRPr lang="en-US"/>
        </a:p>
      </dgm:t>
    </dgm:pt>
    <dgm:pt modelId="{780BD041-C9FA-4DA9-8965-D39DDA64C0DC}" type="pres">
      <dgm:prSet presAssocID="{F98068B0-48D4-40EF-87A9-FCD0F8D1B73D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A7B204-D40B-4E75-A46E-C5C598B1BDF1}" type="pres">
      <dgm:prSet presAssocID="{F98068B0-48D4-40EF-87A9-FCD0F8D1B73D}" presName="dummyMaxCanvas" presStyleCnt="0">
        <dgm:presLayoutVars/>
      </dgm:prSet>
      <dgm:spPr/>
    </dgm:pt>
    <dgm:pt modelId="{388C149A-1743-4902-94A1-2A7723779FDE}" type="pres">
      <dgm:prSet presAssocID="{F98068B0-48D4-40EF-87A9-FCD0F8D1B73D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B9493F-C09A-4DDB-9B84-6C365A1E05F6}" type="pres">
      <dgm:prSet presAssocID="{F98068B0-48D4-40EF-87A9-FCD0F8D1B73D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537E97-548A-4345-BB10-F1A5F08F1C80}" type="pres">
      <dgm:prSet presAssocID="{F98068B0-48D4-40EF-87A9-FCD0F8D1B73D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25D04F-B5ED-4AA2-A83C-1608455F37E3}" type="pres">
      <dgm:prSet presAssocID="{F98068B0-48D4-40EF-87A9-FCD0F8D1B73D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2EF109-D6D1-4EE3-BFB3-DCA33C8A223F}" type="pres">
      <dgm:prSet presAssocID="{F98068B0-48D4-40EF-87A9-FCD0F8D1B73D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83DBEF-80BE-4584-B718-F41EF3D6E280}" type="pres">
      <dgm:prSet presAssocID="{F98068B0-48D4-40EF-87A9-FCD0F8D1B73D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2454D4-F939-4448-A470-F4F6DCF671A9}" type="pres">
      <dgm:prSet presAssocID="{F98068B0-48D4-40EF-87A9-FCD0F8D1B73D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96D2F5-BCE9-4036-91BF-DD01E69FF80A}" type="pres">
      <dgm:prSet presAssocID="{F98068B0-48D4-40EF-87A9-FCD0F8D1B73D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51E0F4-4B54-46BF-8C98-415D06FA0532}" type="pres">
      <dgm:prSet presAssocID="{F98068B0-48D4-40EF-87A9-FCD0F8D1B73D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3A7DE3-E928-494A-BC1E-60E8028A8573}" type="pres">
      <dgm:prSet presAssocID="{F98068B0-48D4-40EF-87A9-FCD0F8D1B73D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A836E0-8523-4D05-8B67-9F6DF1CCD149}" type="pres">
      <dgm:prSet presAssocID="{F98068B0-48D4-40EF-87A9-FCD0F8D1B73D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BA90FB-8332-47C7-8E75-842AFB2655B5}" type="presOf" srcId="{D265413F-BD6B-4EDA-8B3A-0C80EA3E26E0}" destId="{D425D04F-B5ED-4AA2-A83C-1608455F37E3}" srcOrd="0" destOrd="0" presId="urn:microsoft.com/office/officeart/2005/8/layout/vProcess5"/>
    <dgm:cxn modelId="{59D3A984-E47A-4264-8770-F44C7794C318}" type="presOf" srcId="{9EAAFDB3-40F3-4A8E-AF19-E3711F332174}" destId="{388C149A-1743-4902-94A1-2A7723779FDE}" srcOrd="0" destOrd="0" presId="urn:microsoft.com/office/officeart/2005/8/layout/vProcess5"/>
    <dgm:cxn modelId="{8DE8A63D-2DEE-46D6-AE70-5EEDF84B59D8}" type="presOf" srcId="{9EAAFDB3-40F3-4A8E-AF19-E3711F332174}" destId="{0096D2F5-BCE9-4036-91BF-DD01E69FF80A}" srcOrd="1" destOrd="0" presId="urn:microsoft.com/office/officeart/2005/8/layout/vProcess5"/>
    <dgm:cxn modelId="{B53C452C-CADB-467B-B131-95AA94BBB083}" type="presOf" srcId="{2E5CB400-7171-43B8-90AC-9ED295421D54}" destId="{4E51E0F4-4B54-46BF-8C98-415D06FA0532}" srcOrd="1" destOrd="0" presId="urn:microsoft.com/office/officeart/2005/8/layout/vProcess5"/>
    <dgm:cxn modelId="{5C452763-ED62-4C5A-AD42-6765FD9C8AE6}" srcId="{F98068B0-48D4-40EF-87A9-FCD0F8D1B73D}" destId="{9EAAFDB3-40F3-4A8E-AF19-E3711F332174}" srcOrd="0" destOrd="0" parTransId="{48EE2F84-8B4D-4FD6-A021-FA31EE01C148}" sibTransId="{4BF62921-16AA-4480-83BA-C76F4D620014}"/>
    <dgm:cxn modelId="{E0FC272E-615D-4A9B-ABB4-5D0FB3CDAB74}" type="presOf" srcId="{00FEE85B-C538-4B9F-8242-96550AA9FE93}" destId="{A12454D4-F939-4448-A470-F4F6DCF671A9}" srcOrd="0" destOrd="0" presId="urn:microsoft.com/office/officeart/2005/8/layout/vProcess5"/>
    <dgm:cxn modelId="{7E9C1133-1086-48EB-B9DC-F248A7BD811D}" type="presOf" srcId="{F98068B0-48D4-40EF-87A9-FCD0F8D1B73D}" destId="{780BD041-C9FA-4DA9-8965-D39DDA64C0DC}" srcOrd="0" destOrd="0" presId="urn:microsoft.com/office/officeart/2005/8/layout/vProcess5"/>
    <dgm:cxn modelId="{8403DC2E-7445-4252-AB1A-C713CFB6AB46}" type="presOf" srcId="{E239C8BE-5848-475E-BC53-519368880303}" destId="{6383DBEF-80BE-4584-B718-F41EF3D6E280}" srcOrd="0" destOrd="0" presId="urn:microsoft.com/office/officeart/2005/8/layout/vProcess5"/>
    <dgm:cxn modelId="{216FE2A6-2791-4D75-984B-0DD839C16427}" type="presOf" srcId="{66F6C244-EF67-4210-BE68-4A81C69964B5}" destId="{583A7DE3-E928-494A-BC1E-60E8028A8573}" srcOrd="1" destOrd="0" presId="urn:microsoft.com/office/officeart/2005/8/layout/vProcess5"/>
    <dgm:cxn modelId="{6326E250-BB86-4B60-8AB2-185741C92158}" srcId="{F98068B0-48D4-40EF-87A9-FCD0F8D1B73D}" destId="{D265413F-BD6B-4EDA-8B3A-0C80EA3E26E0}" srcOrd="3" destOrd="0" parTransId="{928BB9F7-FC20-4157-ABFB-89F749FD1CA3}" sibTransId="{E0DB5C5A-76EE-4F85-92BF-D2D5FB018E97}"/>
    <dgm:cxn modelId="{B920B070-241F-48E7-A764-2B3D1B5DB82C}" type="presOf" srcId="{4BF62921-16AA-4480-83BA-C76F4D620014}" destId="{C32EF109-D6D1-4EE3-BFB3-DCA33C8A223F}" srcOrd="0" destOrd="0" presId="urn:microsoft.com/office/officeart/2005/8/layout/vProcess5"/>
    <dgm:cxn modelId="{9B4A44D9-D6FD-40E0-BB3B-C64D519A3A47}" type="presOf" srcId="{2E5CB400-7171-43B8-90AC-9ED295421D54}" destId="{38B9493F-C09A-4DDB-9B84-6C365A1E05F6}" srcOrd="0" destOrd="0" presId="urn:microsoft.com/office/officeart/2005/8/layout/vProcess5"/>
    <dgm:cxn modelId="{B64A87CD-DC93-4DFD-AC8E-8B3552461C9A}" type="presOf" srcId="{66F6C244-EF67-4210-BE68-4A81C69964B5}" destId="{B5537E97-548A-4345-BB10-F1A5F08F1C80}" srcOrd="0" destOrd="0" presId="urn:microsoft.com/office/officeart/2005/8/layout/vProcess5"/>
    <dgm:cxn modelId="{FA0FF4CE-D474-457F-B1ED-A8977B7C3352}" type="presOf" srcId="{D265413F-BD6B-4EDA-8B3A-0C80EA3E26E0}" destId="{29A836E0-8523-4D05-8B67-9F6DF1CCD149}" srcOrd="1" destOrd="0" presId="urn:microsoft.com/office/officeart/2005/8/layout/vProcess5"/>
    <dgm:cxn modelId="{D6DDFD50-E36A-4F76-99B7-0C6BCC6A9BF3}" srcId="{F98068B0-48D4-40EF-87A9-FCD0F8D1B73D}" destId="{66F6C244-EF67-4210-BE68-4A81C69964B5}" srcOrd="2" destOrd="0" parTransId="{60D15177-D2E8-4B3E-92C9-5115CBB540D6}" sibTransId="{00FEE85B-C538-4B9F-8242-96550AA9FE93}"/>
    <dgm:cxn modelId="{FB37D580-6CA1-4E2E-9C1C-5B26B98EA617}" srcId="{F98068B0-48D4-40EF-87A9-FCD0F8D1B73D}" destId="{2E5CB400-7171-43B8-90AC-9ED295421D54}" srcOrd="1" destOrd="0" parTransId="{DC2CB21B-A25B-45CB-B908-793DED3B0493}" sibTransId="{E239C8BE-5848-475E-BC53-519368880303}"/>
    <dgm:cxn modelId="{AEDF8701-2435-45A3-8FFA-33C950B922FB}" type="presParOf" srcId="{780BD041-C9FA-4DA9-8965-D39DDA64C0DC}" destId="{AEA7B204-D40B-4E75-A46E-C5C598B1BDF1}" srcOrd="0" destOrd="0" presId="urn:microsoft.com/office/officeart/2005/8/layout/vProcess5"/>
    <dgm:cxn modelId="{186FC42B-1C63-4F9C-8990-E6491195FC71}" type="presParOf" srcId="{780BD041-C9FA-4DA9-8965-D39DDA64C0DC}" destId="{388C149A-1743-4902-94A1-2A7723779FDE}" srcOrd="1" destOrd="0" presId="urn:microsoft.com/office/officeart/2005/8/layout/vProcess5"/>
    <dgm:cxn modelId="{3C5B04D3-DE65-4EED-BEF6-F1B67CB0F849}" type="presParOf" srcId="{780BD041-C9FA-4DA9-8965-D39DDA64C0DC}" destId="{38B9493F-C09A-4DDB-9B84-6C365A1E05F6}" srcOrd="2" destOrd="0" presId="urn:microsoft.com/office/officeart/2005/8/layout/vProcess5"/>
    <dgm:cxn modelId="{A0260A72-9ECF-4C70-917E-55BDE343D50A}" type="presParOf" srcId="{780BD041-C9FA-4DA9-8965-D39DDA64C0DC}" destId="{B5537E97-548A-4345-BB10-F1A5F08F1C80}" srcOrd="3" destOrd="0" presId="urn:microsoft.com/office/officeart/2005/8/layout/vProcess5"/>
    <dgm:cxn modelId="{F88933A5-CB96-4064-9A2E-0F5740B6DF97}" type="presParOf" srcId="{780BD041-C9FA-4DA9-8965-D39DDA64C0DC}" destId="{D425D04F-B5ED-4AA2-A83C-1608455F37E3}" srcOrd="4" destOrd="0" presId="urn:microsoft.com/office/officeart/2005/8/layout/vProcess5"/>
    <dgm:cxn modelId="{BE5DF3EE-C7F9-4F7D-A3BE-D59431F82C00}" type="presParOf" srcId="{780BD041-C9FA-4DA9-8965-D39DDA64C0DC}" destId="{C32EF109-D6D1-4EE3-BFB3-DCA33C8A223F}" srcOrd="5" destOrd="0" presId="urn:microsoft.com/office/officeart/2005/8/layout/vProcess5"/>
    <dgm:cxn modelId="{FF7713E1-8CC3-437D-9FDF-846C0D70A701}" type="presParOf" srcId="{780BD041-C9FA-4DA9-8965-D39DDA64C0DC}" destId="{6383DBEF-80BE-4584-B718-F41EF3D6E280}" srcOrd="6" destOrd="0" presId="urn:microsoft.com/office/officeart/2005/8/layout/vProcess5"/>
    <dgm:cxn modelId="{B88EFE3B-B549-4B72-A3A1-E9D784101E0C}" type="presParOf" srcId="{780BD041-C9FA-4DA9-8965-D39DDA64C0DC}" destId="{A12454D4-F939-4448-A470-F4F6DCF671A9}" srcOrd="7" destOrd="0" presId="urn:microsoft.com/office/officeart/2005/8/layout/vProcess5"/>
    <dgm:cxn modelId="{FA4B25C4-AA9C-4B0C-A943-2410E6D429B6}" type="presParOf" srcId="{780BD041-C9FA-4DA9-8965-D39DDA64C0DC}" destId="{0096D2F5-BCE9-4036-91BF-DD01E69FF80A}" srcOrd="8" destOrd="0" presId="urn:microsoft.com/office/officeart/2005/8/layout/vProcess5"/>
    <dgm:cxn modelId="{2186B6EC-9EEF-4BEE-84B6-4964F2EFBEF5}" type="presParOf" srcId="{780BD041-C9FA-4DA9-8965-D39DDA64C0DC}" destId="{4E51E0F4-4B54-46BF-8C98-415D06FA0532}" srcOrd="9" destOrd="0" presId="urn:microsoft.com/office/officeart/2005/8/layout/vProcess5"/>
    <dgm:cxn modelId="{6BFCA30A-644C-4F96-AAA0-DAD0A683F932}" type="presParOf" srcId="{780BD041-C9FA-4DA9-8965-D39DDA64C0DC}" destId="{583A7DE3-E928-494A-BC1E-60E8028A8573}" srcOrd="10" destOrd="0" presId="urn:microsoft.com/office/officeart/2005/8/layout/vProcess5"/>
    <dgm:cxn modelId="{118349C6-5F5C-4F7C-BD60-D1741C1E9D31}" type="presParOf" srcId="{780BD041-C9FA-4DA9-8965-D39DDA64C0DC}" destId="{29A836E0-8523-4D05-8B67-9F6DF1CCD14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7CC0C1-C4CC-4D0A-BF58-94CCB2E80E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29ECFCB-97A1-46C4-B0B8-0B7E06AE1F34}">
      <dgm:prSet/>
      <dgm:spPr/>
      <dgm:t>
        <a:bodyPr/>
        <a:lstStyle/>
        <a:p>
          <a:r>
            <a:rPr lang="en-US" b="1"/>
            <a:t>Data Collection &amp; Accuracy</a:t>
          </a:r>
          <a:r>
            <a:rPr lang="en-US"/>
            <a:t>: Collecting and maintaining accurate space utilization data is critical. Occupancy sensors and real-time tracking can present challenges in terms of installation and accuracy.</a:t>
          </a:r>
        </a:p>
      </dgm:t>
    </dgm:pt>
    <dgm:pt modelId="{4786E705-23D8-4DE7-AF6A-E8C431E96FB2}" type="parTrans" cxnId="{7A48DE4A-E7D8-4FF0-8BC4-43D5F8344B8B}">
      <dgm:prSet/>
      <dgm:spPr/>
      <dgm:t>
        <a:bodyPr/>
        <a:lstStyle/>
        <a:p>
          <a:endParaRPr lang="en-US"/>
        </a:p>
      </dgm:t>
    </dgm:pt>
    <dgm:pt modelId="{455BE633-360B-4929-8F06-DF2C88878F6A}" type="sibTrans" cxnId="{7A48DE4A-E7D8-4FF0-8BC4-43D5F8344B8B}">
      <dgm:prSet/>
      <dgm:spPr/>
      <dgm:t>
        <a:bodyPr/>
        <a:lstStyle/>
        <a:p>
          <a:endParaRPr lang="en-US"/>
        </a:p>
      </dgm:t>
    </dgm:pt>
    <dgm:pt modelId="{71A84AB2-BA46-4862-94FF-16DAD7889EBD}">
      <dgm:prSet/>
      <dgm:spPr/>
      <dgm:t>
        <a:bodyPr/>
        <a:lstStyle/>
        <a:p>
          <a:r>
            <a:rPr lang="en-US" b="1"/>
            <a:t>Resistance to Change</a:t>
          </a:r>
          <a:r>
            <a:rPr lang="en-US"/>
            <a:t>: Employees may resist giving up fixed workspaces in favor of more flexible, dynamic arrangements.</a:t>
          </a:r>
        </a:p>
      </dgm:t>
    </dgm:pt>
    <dgm:pt modelId="{58EB845B-63F2-4EE2-87F5-82D2E2C82C55}" type="parTrans" cxnId="{DC9D556E-E0D1-41BA-B8C0-4A807C01D1DF}">
      <dgm:prSet/>
      <dgm:spPr/>
      <dgm:t>
        <a:bodyPr/>
        <a:lstStyle/>
        <a:p>
          <a:endParaRPr lang="en-US"/>
        </a:p>
      </dgm:t>
    </dgm:pt>
    <dgm:pt modelId="{8F284729-E8C6-4E7E-AB73-BC4861C7EB4F}" type="sibTrans" cxnId="{DC9D556E-E0D1-41BA-B8C0-4A807C01D1DF}">
      <dgm:prSet/>
      <dgm:spPr/>
      <dgm:t>
        <a:bodyPr/>
        <a:lstStyle/>
        <a:p>
          <a:endParaRPr lang="en-US"/>
        </a:p>
      </dgm:t>
    </dgm:pt>
    <dgm:pt modelId="{0FD63BD0-4A77-47DD-9A1D-B84CD0A492DB}">
      <dgm:prSet/>
      <dgm:spPr/>
      <dgm:t>
        <a:bodyPr/>
        <a:lstStyle/>
        <a:p>
          <a:r>
            <a:rPr lang="en-US" b="1"/>
            <a:t>Privacy Concerns</a:t>
          </a:r>
          <a:r>
            <a:rPr lang="en-US"/>
            <a:t>: Gathering data on how employees or occupants use space can raise privacy issues, especially if sensors or cameras are involved.</a:t>
          </a:r>
        </a:p>
      </dgm:t>
    </dgm:pt>
    <dgm:pt modelId="{451F3856-D05D-4248-8B9F-A826568E752C}" type="parTrans" cxnId="{1532C1B8-F227-4539-B488-FF2BDCEFF968}">
      <dgm:prSet/>
      <dgm:spPr/>
      <dgm:t>
        <a:bodyPr/>
        <a:lstStyle/>
        <a:p>
          <a:endParaRPr lang="en-US"/>
        </a:p>
      </dgm:t>
    </dgm:pt>
    <dgm:pt modelId="{53C10D98-9DA7-4C4F-AB90-A01C398A6A17}" type="sibTrans" cxnId="{1532C1B8-F227-4539-B488-FF2BDCEFF968}">
      <dgm:prSet/>
      <dgm:spPr/>
      <dgm:t>
        <a:bodyPr/>
        <a:lstStyle/>
        <a:p>
          <a:endParaRPr lang="en-US"/>
        </a:p>
      </dgm:t>
    </dgm:pt>
    <dgm:pt modelId="{84D13577-77FD-4F72-B2D3-059712DF4CDE}">
      <dgm:prSet/>
      <dgm:spPr/>
      <dgm:t>
        <a:bodyPr/>
        <a:lstStyle/>
        <a:p>
          <a:r>
            <a:rPr lang="en-US" b="1"/>
            <a:t>System Integration</a:t>
          </a:r>
          <a:r>
            <a:rPr lang="en-US"/>
            <a:t>: Ensuring that the space management system integrates well with other systems like building access or room reservation systems.</a:t>
          </a:r>
        </a:p>
      </dgm:t>
    </dgm:pt>
    <dgm:pt modelId="{9E72740E-106E-4E46-A3C7-ECC212EDC674}" type="parTrans" cxnId="{CD1CE017-A857-49CD-BC93-F5D1F7664F8A}">
      <dgm:prSet/>
      <dgm:spPr/>
      <dgm:t>
        <a:bodyPr/>
        <a:lstStyle/>
        <a:p>
          <a:endParaRPr lang="en-US"/>
        </a:p>
      </dgm:t>
    </dgm:pt>
    <dgm:pt modelId="{C6AF159E-93FF-48D3-B7F6-B2E780212440}" type="sibTrans" cxnId="{CD1CE017-A857-49CD-BC93-F5D1F7664F8A}">
      <dgm:prSet/>
      <dgm:spPr/>
      <dgm:t>
        <a:bodyPr/>
        <a:lstStyle/>
        <a:p>
          <a:endParaRPr lang="en-US"/>
        </a:p>
      </dgm:t>
    </dgm:pt>
    <dgm:pt modelId="{98FB37D4-E498-4217-9A25-DFEE1A77AA13}" type="pres">
      <dgm:prSet presAssocID="{027CC0C1-C4CC-4D0A-BF58-94CCB2E80E7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6F23998-A122-4780-B5EC-661D34A639CB}" type="pres">
      <dgm:prSet presAssocID="{529ECFCB-97A1-46C4-B0B8-0B7E06AE1F34}" presName="compNode" presStyleCnt="0"/>
      <dgm:spPr/>
    </dgm:pt>
    <dgm:pt modelId="{6154DFE4-3D60-4690-ABD0-621390D59A2D}" type="pres">
      <dgm:prSet presAssocID="{529ECFCB-97A1-46C4-B0B8-0B7E06AE1F3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6F98C04-D104-4F21-9501-C87CB77C7D01}" type="pres">
      <dgm:prSet presAssocID="{529ECFCB-97A1-46C4-B0B8-0B7E06AE1F34}" presName="spaceRect" presStyleCnt="0"/>
      <dgm:spPr/>
    </dgm:pt>
    <dgm:pt modelId="{1C6141B7-DE96-4E5A-AE02-FEEFBE50BBE0}" type="pres">
      <dgm:prSet presAssocID="{529ECFCB-97A1-46C4-B0B8-0B7E06AE1F34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5FFA916B-E14F-4E82-8F3B-C837CE9B296A}" type="pres">
      <dgm:prSet presAssocID="{455BE633-360B-4929-8F06-DF2C88878F6A}" presName="sibTrans" presStyleCnt="0"/>
      <dgm:spPr/>
    </dgm:pt>
    <dgm:pt modelId="{727E3C23-A167-4C9F-AB46-8174A443743C}" type="pres">
      <dgm:prSet presAssocID="{71A84AB2-BA46-4862-94FF-16DAD7889EBD}" presName="compNode" presStyleCnt="0"/>
      <dgm:spPr/>
    </dgm:pt>
    <dgm:pt modelId="{6F38C01D-5A97-4190-A4FE-311744E64C6D}" type="pres">
      <dgm:prSet presAssocID="{71A84AB2-BA46-4862-94FF-16DAD7889E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D988CEC2-D992-4DE0-BE63-38744BD34461}" type="pres">
      <dgm:prSet presAssocID="{71A84AB2-BA46-4862-94FF-16DAD7889EBD}" presName="spaceRect" presStyleCnt="0"/>
      <dgm:spPr/>
    </dgm:pt>
    <dgm:pt modelId="{9615E84C-F572-4408-8F78-18C71995D43E}" type="pres">
      <dgm:prSet presAssocID="{71A84AB2-BA46-4862-94FF-16DAD7889EBD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7231218C-654C-4F90-A431-762726A24017}" type="pres">
      <dgm:prSet presAssocID="{8F284729-E8C6-4E7E-AB73-BC4861C7EB4F}" presName="sibTrans" presStyleCnt="0"/>
      <dgm:spPr/>
    </dgm:pt>
    <dgm:pt modelId="{720FB632-9DD1-486A-994A-A768A0E80BA5}" type="pres">
      <dgm:prSet presAssocID="{0FD63BD0-4A77-47DD-9A1D-B84CD0A492DB}" presName="compNode" presStyleCnt="0"/>
      <dgm:spPr/>
    </dgm:pt>
    <dgm:pt modelId="{94040A2C-1D4D-4E6D-81BE-1C145DC04F68}" type="pres">
      <dgm:prSet presAssocID="{0FD63BD0-4A77-47DD-9A1D-B84CD0A492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EBA1A53E-0423-433A-AA64-D418F50C4328}" type="pres">
      <dgm:prSet presAssocID="{0FD63BD0-4A77-47DD-9A1D-B84CD0A492DB}" presName="spaceRect" presStyleCnt="0"/>
      <dgm:spPr/>
    </dgm:pt>
    <dgm:pt modelId="{CA85F67A-7034-4C81-B612-61B96A6D7B57}" type="pres">
      <dgm:prSet presAssocID="{0FD63BD0-4A77-47DD-9A1D-B84CD0A492DB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91D3D915-D3FD-4585-8CC6-DF8A0ADA917C}" type="pres">
      <dgm:prSet presAssocID="{53C10D98-9DA7-4C4F-AB90-A01C398A6A17}" presName="sibTrans" presStyleCnt="0"/>
      <dgm:spPr/>
    </dgm:pt>
    <dgm:pt modelId="{13D6B3E1-0AA3-404E-BFA0-C91E52E3841B}" type="pres">
      <dgm:prSet presAssocID="{84D13577-77FD-4F72-B2D3-059712DF4CDE}" presName="compNode" presStyleCnt="0"/>
      <dgm:spPr/>
    </dgm:pt>
    <dgm:pt modelId="{BFD12CB3-12BF-4DF8-961C-29BC93BF1118}" type="pres">
      <dgm:prSet presAssocID="{84D13577-77FD-4F72-B2D3-059712DF4CDE}" presName="iconRect" presStyleLbl="node1" presStyleIdx="3" presStyleCnt="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7F489AE-AF93-4BDA-8B48-4989BB611B9E}" type="pres">
      <dgm:prSet presAssocID="{84D13577-77FD-4F72-B2D3-059712DF4CDE}" presName="spaceRect" presStyleCnt="0"/>
      <dgm:spPr/>
    </dgm:pt>
    <dgm:pt modelId="{BF520A94-9DAA-41A1-BF9A-9AF48B669D2A}" type="pres">
      <dgm:prSet presAssocID="{84D13577-77FD-4F72-B2D3-059712DF4CDE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532C1B8-F227-4539-B488-FF2BDCEFF968}" srcId="{027CC0C1-C4CC-4D0A-BF58-94CCB2E80E77}" destId="{0FD63BD0-4A77-47DD-9A1D-B84CD0A492DB}" srcOrd="2" destOrd="0" parTransId="{451F3856-D05D-4248-8B9F-A826568E752C}" sibTransId="{53C10D98-9DA7-4C4F-AB90-A01C398A6A17}"/>
    <dgm:cxn modelId="{A1625123-9326-48CF-B2E9-0D9A89154818}" type="presOf" srcId="{529ECFCB-97A1-46C4-B0B8-0B7E06AE1F34}" destId="{1C6141B7-DE96-4E5A-AE02-FEEFBE50BBE0}" srcOrd="0" destOrd="0" presId="urn:microsoft.com/office/officeart/2018/2/layout/IconLabelList"/>
    <dgm:cxn modelId="{DC9D556E-E0D1-41BA-B8C0-4A807C01D1DF}" srcId="{027CC0C1-C4CC-4D0A-BF58-94CCB2E80E77}" destId="{71A84AB2-BA46-4862-94FF-16DAD7889EBD}" srcOrd="1" destOrd="0" parTransId="{58EB845B-63F2-4EE2-87F5-82D2E2C82C55}" sibTransId="{8F284729-E8C6-4E7E-AB73-BC4861C7EB4F}"/>
    <dgm:cxn modelId="{8355C3D3-BE08-4BC6-875F-08C749AA05FB}" type="presOf" srcId="{0FD63BD0-4A77-47DD-9A1D-B84CD0A492DB}" destId="{CA85F67A-7034-4C81-B612-61B96A6D7B57}" srcOrd="0" destOrd="0" presId="urn:microsoft.com/office/officeart/2018/2/layout/IconLabelList"/>
    <dgm:cxn modelId="{7A48DE4A-E7D8-4FF0-8BC4-43D5F8344B8B}" srcId="{027CC0C1-C4CC-4D0A-BF58-94CCB2E80E77}" destId="{529ECFCB-97A1-46C4-B0B8-0B7E06AE1F34}" srcOrd="0" destOrd="0" parTransId="{4786E705-23D8-4DE7-AF6A-E8C431E96FB2}" sibTransId="{455BE633-360B-4929-8F06-DF2C88878F6A}"/>
    <dgm:cxn modelId="{CD1CE017-A857-49CD-BC93-F5D1F7664F8A}" srcId="{027CC0C1-C4CC-4D0A-BF58-94CCB2E80E77}" destId="{84D13577-77FD-4F72-B2D3-059712DF4CDE}" srcOrd="3" destOrd="0" parTransId="{9E72740E-106E-4E46-A3C7-ECC212EDC674}" sibTransId="{C6AF159E-93FF-48D3-B7F6-B2E780212440}"/>
    <dgm:cxn modelId="{16D14DD2-E34A-41C6-8B31-6341A19FD243}" type="presOf" srcId="{71A84AB2-BA46-4862-94FF-16DAD7889EBD}" destId="{9615E84C-F572-4408-8F78-18C71995D43E}" srcOrd="0" destOrd="0" presId="urn:microsoft.com/office/officeart/2018/2/layout/IconLabelList"/>
    <dgm:cxn modelId="{561EE3C9-9E34-48BF-B503-B559E433C5D1}" type="presOf" srcId="{84D13577-77FD-4F72-B2D3-059712DF4CDE}" destId="{BF520A94-9DAA-41A1-BF9A-9AF48B669D2A}" srcOrd="0" destOrd="0" presId="urn:microsoft.com/office/officeart/2018/2/layout/IconLabelList"/>
    <dgm:cxn modelId="{2F7E4839-0A6B-45CA-AB87-FFA17D36E467}" type="presOf" srcId="{027CC0C1-C4CC-4D0A-BF58-94CCB2E80E77}" destId="{98FB37D4-E498-4217-9A25-DFEE1A77AA13}" srcOrd="0" destOrd="0" presId="urn:microsoft.com/office/officeart/2018/2/layout/IconLabelList"/>
    <dgm:cxn modelId="{E1E936B8-AC04-42F2-AD23-D8167718B843}" type="presParOf" srcId="{98FB37D4-E498-4217-9A25-DFEE1A77AA13}" destId="{F6F23998-A122-4780-B5EC-661D34A639CB}" srcOrd="0" destOrd="0" presId="urn:microsoft.com/office/officeart/2018/2/layout/IconLabelList"/>
    <dgm:cxn modelId="{F698C1BB-C98A-49A0-8B70-42291784FD9D}" type="presParOf" srcId="{F6F23998-A122-4780-B5EC-661D34A639CB}" destId="{6154DFE4-3D60-4690-ABD0-621390D59A2D}" srcOrd="0" destOrd="0" presId="urn:microsoft.com/office/officeart/2018/2/layout/IconLabelList"/>
    <dgm:cxn modelId="{C448ED5E-A28E-417E-B151-0AA86BFFDEB3}" type="presParOf" srcId="{F6F23998-A122-4780-B5EC-661D34A639CB}" destId="{76F98C04-D104-4F21-9501-C87CB77C7D01}" srcOrd="1" destOrd="0" presId="urn:microsoft.com/office/officeart/2018/2/layout/IconLabelList"/>
    <dgm:cxn modelId="{8C907922-7D83-46C3-9A77-57F3C26BDAFB}" type="presParOf" srcId="{F6F23998-A122-4780-B5EC-661D34A639CB}" destId="{1C6141B7-DE96-4E5A-AE02-FEEFBE50BBE0}" srcOrd="2" destOrd="0" presId="urn:microsoft.com/office/officeart/2018/2/layout/IconLabelList"/>
    <dgm:cxn modelId="{E1A69BB1-2E79-471E-B46D-CEA24700AAAB}" type="presParOf" srcId="{98FB37D4-E498-4217-9A25-DFEE1A77AA13}" destId="{5FFA916B-E14F-4E82-8F3B-C837CE9B296A}" srcOrd="1" destOrd="0" presId="urn:microsoft.com/office/officeart/2018/2/layout/IconLabelList"/>
    <dgm:cxn modelId="{71F96F6C-C55D-4CF0-914F-B1C37353FF46}" type="presParOf" srcId="{98FB37D4-E498-4217-9A25-DFEE1A77AA13}" destId="{727E3C23-A167-4C9F-AB46-8174A443743C}" srcOrd="2" destOrd="0" presId="urn:microsoft.com/office/officeart/2018/2/layout/IconLabelList"/>
    <dgm:cxn modelId="{D318E35F-8F67-42E4-93C7-F8DE61CC9558}" type="presParOf" srcId="{727E3C23-A167-4C9F-AB46-8174A443743C}" destId="{6F38C01D-5A97-4190-A4FE-311744E64C6D}" srcOrd="0" destOrd="0" presId="urn:microsoft.com/office/officeart/2018/2/layout/IconLabelList"/>
    <dgm:cxn modelId="{731E0A8B-B087-408D-B9D9-8E5D8438C02D}" type="presParOf" srcId="{727E3C23-A167-4C9F-AB46-8174A443743C}" destId="{D988CEC2-D992-4DE0-BE63-38744BD34461}" srcOrd="1" destOrd="0" presId="urn:microsoft.com/office/officeart/2018/2/layout/IconLabelList"/>
    <dgm:cxn modelId="{6198A415-4074-4A5A-89C1-E2DF8DEE4585}" type="presParOf" srcId="{727E3C23-A167-4C9F-AB46-8174A443743C}" destId="{9615E84C-F572-4408-8F78-18C71995D43E}" srcOrd="2" destOrd="0" presId="urn:microsoft.com/office/officeart/2018/2/layout/IconLabelList"/>
    <dgm:cxn modelId="{0339E64D-76D5-41FA-A03E-8C511CABA662}" type="presParOf" srcId="{98FB37D4-E498-4217-9A25-DFEE1A77AA13}" destId="{7231218C-654C-4F90-A431-762726A24017}" srcOrd="3" destOrd="0" presId="urn:microsoft.com/office/officeart/2018/2/layout/IconLabelList"/>
    <dgm:cxn modelId="{E54E7B3E-BA07-4665-B66F-A59CCA0C5CB7}" type="presParOf" srcId="{98FB37D4-E498-4217-9A25-DFEE1A77AA13}" destId="{720FB632-9DD1-486A-994A-A768A0E80BA5}" srcOrd="4" destOrd="0" presId="urn:microsoft.com/office/officeart/2018/2/layout/IconLabelList"/>
    <dgm:cxn modelId="{5A8C40C3-2D8A-44C8-97C6-1A50A21DB6F2}" type="presParOf" srcId="{720FB632-9DD1-486A-994A-A768A0E80BA5}" destId="{94040A2C-1D4D-4E6D-81BE-1C145DC04F68}" srcOrd="0" destOrd="0" presId="urn:microsoft.com/office/officeart/2018/2/layout/IconLabelList"/>
    <dgm:cxn modelId="{AD51E93B-201C-442F-94D9-0F51CCC2DAFA}" type="presParOf" srcId="{720FB632-9DD1-486A-994A-A768A0E80BA5}" destId="{EBA1A53E-0423-433A-AA64-D418F50C4328}" srcOrd="1" destOrd="0" presId="urn:microsoft.com/office/officeart/2018/2/layout/IconLabelList"/>
    <dgm:cxn modelId="{EC13E861-D015-44E4-8A07-F7EEA218267D}" type="presParOf" srcId="{720FB632-9DD1-486A-994A-A768A0E80BA5}" destId="{CA85F67A-7034-4C81-B612-61B96A6D7B57}" srcOrd="2" destOrd="0" presId="urn:microsoft.com/office/officeart/2018/2/layout/IconLabelList"/>
    <dgm:cxn modelId="{0B2338E5-E3A7-4AE7-8F2C-6050C2CF43A2}" type="presParOf" srcId="{98FB37D4-E498-4217-9A25-DFEE1A77AA13}" destId="{91D3D915-D3FD-4585-8CC6-DF8A0ADA917C}" srcOrd="5" destOrd="0" presId="urn:microsoft.com/office/officeart/2018/2/layout/IconLabelList"/>
    <dgm:cxn modelId="{7EF587F9-F282-4673-A102-3ED131E98B0A}" type="presParOf" srcId="{98FB37D4-E498-4217-9A25-DFEE1A77AA13}" destId="{13D6B3E1-0AA3-404E-BFA0-C91E52E3841B}" srcOrd="6" destOrd="0" presId="urn:microsoft.com/office/officeart/2018/2/layout/IconLabelList"/>
    <dgm:cxn modelId="{BE47105F-8580-4FFF-A2A8-7422E7F46622}" type="presParOf" srcId="{13D6B3E1-0AA3-404E-BFA0-C91E52E3841B}" destId="{BFD12CB3-12BF-4DF8-961C-29BC93BF1118}" srcOrd="0" destOrd="0" presId="urn:microsoft.com/office/officeart/2018/2/layout/IconLabelList"/>
    <dgm:cxn modelId="{3E4E8ADA-FB47-4886-997C-5C81527AAEEC}" type="presParOf" srcId="{13D6B3E1-0AA3-404E-BFA0-C91E52E3841B}" destId="{D7F489AE-AF93-4BDA-8B48-4989BB611B9E}" srcOrd="1" destOrd="0" presId="urn:microsoft.com/office/officeart/2018/2/layout/IconLabelList"/>
    <dgm:cxn modelId="{E90B2BE9-6ADB-4B20-9B44-EAC73C780693}" type="presParOf" srcId="{13D6B3E1-0AA3-404E-BFA0-C91E52E3841B}" destId="{BF520A94-9DAA-41A1-BF9A-9AF48B669D2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961AFB-F646-4C85-9877-5729F815CF1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1AF4BC-231D-4978-A754-2E65FDB6FF80}">
      <dgm:prSet/>
      <dgm:spPr/>
      <dgm:t>
        <a:bodyPr/>
        <a:lstStyle/>
        <a:p>
          <a:pPr>
            <a:defRPr b="1"/>
          </a:pPr>
          <a:r>
            <a:rPr lang="en-US"/>
            <a:t>A university uses FMS Type B to optimize the use of classrooms and lecture halls across a sprawling campus.</a:t>
          </a:r>
        </a:p>
      </dgm:t>
    </dgm:pt>
    <dgm:pt modelId="{98560680-89F1-4CC9-BE01-3E4C3C5BB6F6}" type="parTrans" cxnId="{A21232A3-B2D4-46F2-B19E-99701A69234F}">
      <dgm:prSet/>
      <dgm:spPr/>
      <dgm:t>
        <a:bodyPr/>
        <a:lstStyle/>
        <a:p>
          <a:endParaRPr lang="en-US"/>
        </a:p>
      </dgm:t>
    </dgm:pt>
    <dgm:pt modelId="{ADAA13F2-B29D-4387-9793-53AF64EAFBCF}" type="sibTrans" cxnId="{A21232A3-B2D4-46F2-B19E-99701A69234F}">
      <dgm:prSet/>
      <dgm:spPr/>
      <dgm:t>
        <a:bodyPr/>
        <a:lstStyle/>
        <a:p>
          <a:endParaRPr lang="en-US"/>
        </a:p>
      </dgm:t>
    </dgm:pt>
    <dgm:pt modelId="{0A4EFB2E-CFD1-425B-8E94-8D1014DA6B81}">
      <dgm:prSet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defRPr b="1"/>
          </a:pPr>
          <a:r>
            <a:rPr lang="en-US" b="1" dirty="0" smtClean="0"/>
            <a:t>Benefits</a:t>
          </a:r>
          <a:endParaRPr lang="en-US" dirty="0"/>
        </a:p>
      </dgm:t>
    </dgm:pt>
    <dgm:pt modelId="{698C746B-ABB4-4E04-A784-889CC4EA98EE}" type="parTrans" cxnId="{7CA34053-5A65-4038-90BA-2548AEB1046B}">
      <dgm:prSet/>
      <dgm:spPr/>
      <dgm:t>
        <a:bodyPr/>
        <a:lstStyle/>
        <a:p>
          <a:endParaRPr lang="en-US"/>
        </a:p>
      </dgm:t>
    </dgm:pt>
    <dgm:pt modelId="{E262169A-AECE-4853-BCAB-FED94B1B20F8}" type="sibTrans" cxnId="{7CA34053-5A65-4038-90BA-2548AEB1046B}">
      <dgm:prSet/>
      <dgm:spPr/>
      <dgm:t>
        <a:bodyPr/>
        <a:lstStyle/>
        <a:p>
          <a:endParaRPr lang="en-US"/>
        </a:p>
      </dgm:t>
    </dgm:pt>
    <dgm:pt modelId="{00F1F39D-9FDE-46C4-831B-172AB5A8B066}">
      <dgm:prSet/>
      <dgm:spPr/>
      <dgm:t>
        <a:bodyPr/>
        <a:lstStyle/>
        <a:p>
          <a:r>
            <a:rPr lang="en-US" b="1" dirty="0"/>
            <a:t>Improved Space Utilization</a:t>
          </a:r>
          <a:r>
            <a:rPr lang="en-US" dirty="0"/>
            <a:t>: Identifies underutilized classrooms and reallocates them for other departments or purposes.</a:t>
          </a:r>
        </a:p>
      </dgm:t>
    </dgm:pt>
    <dgm:pt modelId="{84D229D1-FB8C-407E-9F22-8637D3B0AF55}" type="parTrans" cxnId="{19F0D1DC-8816-4EE2-83A0-5898A0D7D86D}">
      <dgm:prSet/>
      <dgm:spPr/>
      <dgm:t>
        <a:bodyPr/>
        <a:lstStyle/>
        <a:p>
          <a:endParaRPr lang="en-US"/>
        </a:p>
      </dgm:t>
    </dgm:pt>
    <dgm:pt modelId="{446114F4-0E10-4315-B8FE-C487C6CDA527}" type="sibTrans" cxnId="{19F0D1DC-8816-4EE2-83A0-5898A0D7D86D}">
      <dgm:prSet/>
      <dgm:spPr/>
      <dgm:t>
        <a:bodyPr/>
        <a:lstStyle/>
        <a:p>
          <a:endParaRPr lang="en-US"/>
        </a:p>
      </dgm:t>
    </dgm:pt>
    <dgm:pt modelId="{0A45BB3F-C7D6-4F20-ACEF-48A89DECE8D7}">
      <dgm:prSet/>
      <dgm:spPr/>
      <dgm:t>
        <a:bodyPr/>
        <a:lstStyle/>
        <a:p>
          <a:r>
            <a:rPr lang="en-US" b="1" dirty="0"/>
            <a:t>Efficient Scheduling</a:t>
          </a:r>
          <a:r>
            <a:rPr lang="en-US" dirty="0"/>
            <a:t>: Students and staff can easily book rooms, and administrators can track usage patterns to ensure optimal space use.</a:t>
          </a:r>
        </a:p>
      </dgm:t>
    </dgm:pt>
    <dgm:pt modelId="{4513F304-9678-4961-BF4D-8BBC1C16DAED}" type="parTrans" cxnId="{8768AC2E-9DC0-479B-8AB2-D6447FB0CA34}">
      <dgm:prSet/>
      <dgm:spPr/>
      <dgm:t>
        <a:bodyPr/>
        <a:lstStyle/>
        <a:p>
          <a:endParaRPr lang="en-US"/>
        </a:p>
      </dgm:t>
    </dgm:pt>
    <dgm:pt modelId="{AEC5893E-B90D-425A-8A82-BC23242B9C56}" type="sibTrans" cxnId="{8768AC2E-9DC0-479B-8AB2-D6447FB0CA34}">
      <dgm:prSet/>
      <dgm:spPr/>
      <dgm:t>
        <a:bodyPr/>
        <a:lstStyle/>
        <a:p>
          <a:endParaRPr lang="en-US"/>
        </a:p>
      </dgm:t>
    </dgm:pt>
    <dgm:pt modelId="{1E170787-25D0-446B-9079-38151CE9E43F}">
      <dgm:prSet/>
      <dgm:spPr/>
      <dgm:t>
        <a:bodyPr/>
        <a:lstStyle/>
        <a:p>
          <a:r>
            <a:rPr lang="en-US" b="1" dirty="0"/>
            <a:t>Cost Reduction</a:t>
          </a:r>
          <a:r>
            <a:rPr lang="en-US" dirty="0"/>
            <a:t>: By consolidating classes or better utilizing shared spaces, the university saves on energy costs and improves the overall student experience.</a:t>
          </a:r>
        </a:p>
      </dgm:t>
    </dgm:pt>
    <dgm:pt modelId="{0905468D-56C5-48F3-A386-6DB560F4E7A5}" type="parTrans" cxnId="{3C0DDF0F-1072-4718-9CFA-F0E4DF7152B0}">
      <dgm:prSet/>
      <dgm:spPr/>
      <dgm:t>
        <a:bodyPr/>
        <a:lstStyle/>
        <a:p>
          <a:endParaRPr lang="en-US"/>
        </a:p>
      </dgm:t>
    </dgm:pt>
    <dgm:pt modelId="{6AB687F5-2409-4ADC-92D6-F32E7E62FE4F}" type="sibTrans" cxnId="{3C0DDF0F-1072-4718-9CFA-F0E4DF7152B0}">
      <dgm:prSet/>
      <dgm:spPr/>
      <dgm:t>
        <a:bodyPr/>
        <a:lstStyle/>
        <a:p>
          <a:endParaRPr lang="en-US"/>
        </a:p>
      </dgm:t>
    </dgm:pt>
    <dgm:pt modelId="{7FC84315-9455-4813-95CC-7DC0D6C3B4F2}" type="pres">
      <dgm:prSet presAssocID="{49961AFB-F646-4C85-9877-5729F815CF12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EE0631-5A6A-4C36-84CB-9676607619AF}" type="pres">
      <dgm:prSet presAssocID="{931AF4BC-231D-4978-A754-2E65FDB6FF80}" presName="compNode" presStyleCnt="0"/>
      <dgm:spPr/>
    </dgm:pt>
    <dgm:pt modelId="{A5BB6474-F988-49C5-B179-A1E7B64639D4}" type="pres">
      <dgm:prSet presAssocID="{931AF4BC-231D-4978-A754-2E65FDB6FF8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53383063-7320-4C59-9824-B45A62D8F8FA}" type="pres">
      <dgm:prSet presAssocID="{931AF4BC-231D-4978-A754-2E65FDB6FF80}" presName="iconSpace" presStyleCnt="0"/>
      <dgm:spPr/>
    </dgm:pt>
    <dgm:pt modelId="{0FD35B11-88AB-484D-8D4D-9D0F42BAAC8B}" type="pres">
      <dgm:prSet presAssocID="{931AF4BC-231D-4978-A754-2E65FDB6FF80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BB4BF48-57CF-4407-AE75-FD48FA6A7A7B}" type="pres">
      <dgm:prSet presAssocID="{931AF4BC-231D-4978-A754-2E65FDB6FF80}" presName="txSpace" presStyleCnt="0"/>
      <dgm:spPr/>
    </dgm:pt>
    <dgm:pt modelId="{38FD5CA0-FF36-445D-AE47-9930F8634171}" type="pres">
      <dgm:prSet presAssocID="{931AF4BC-231D-4978-A754-2E65FDB6FF80}" presName="desTx" presStyleLbl="revTx" presStyleIdx="1" presStyleCnt="4">
        <dgm:presLayoutVars/>
      </dgm:prSet>
      <dgm:spPr/>
    </dgm:pt>
    <dgm:pt modelId="{DED31ADB-1E12-4E4A-9B06-B57A2971A3F0}" type="pres">
      <dgm:prSet presAssocID="{ADAA13F2-B29D-4387-9793-53AF64EAFBCF}" presName="sibTrans" presStyleCnt="0"/>
      <dgm:spPr/>
    </dgm:pt>
    <dgm:pt modelId="{A4E9D3E8-A86D-4D92-95E5-9ECDC14356A0}" type="pres">
      <dgm:prSet presAssocID="{0A4EFB2E-CFD1-425B-8E94-8D1014DA6B81}" presName="compNode" presStyleCnt="0"/>
      <dgm:spPr/>
    </dgm:pt>
    <dgm:pt modelId="{7024481E-C1C2-4B72-9515-2B388E2D165C}" type="pres">
      <dgm:prSet presAssocID="{0A4EFB2E-CFD1-425B-8E94-8D1014DA6B8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7B3F524-8767-457D-BFA8-A2CBFD6FF9E0}" type="pres">
      <dgm:prSet presAssocID="{0A4EFB2E-CFD1-425B-8E94-8D1014DA6B81}" presName="iconSpace" presStyleCnt="0"/>
      <dgm:spPr/>
    </dgm:pt>
    <dgm:pt modelId="{57446471-BC01-4919-B45E-6F2157308411}" type="pres">
      <dgm:prSet presAssocID="{0A4EFB2E-CFD1-425B-8E94-8D1014DA6B81}" presName="parTx" presStyleLbl="revTx" presStyleIdx="2" presStyleCnt="4" custScaleY="55698" custLinFactNeighborX="291" custLinFactNeighborY="-2779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0FD734E-A64A-4015-9081-6AAF976E496C}" type="pres">
      <dgm:prSet presAssocID="{0A4EFB2E-CFD1-425B-8E94-8D1014DA6B81}" presName="txSpace" presStyleCnt="0"/>
      <dgm:spPr/>
    </dgm:pt>
    <dgm:pt modelId="{1B280A76-B960-4F72-8497-47356554D2C4}" type="pres">
      <dgm:prSet presAssocID="{0A4EFB2E-CFD1-425B-8E94-8D1014DA6B81}" presName="desTx" presStyleLbl="revTx" presStyleIdx="3" presStyleCnt="4" custLinFactNeighborX="583" custLinFactNeighborY="-23982">
        <dgm:presLayoutVars/>
      </dgm:prSet>
      <dgm:spPr/>
      <dgm:t>
        <a:bodyPr/>
        <a:lstStyle/>
        <a:p>
          <a:endParaRPr lang="en-US"/>
        </a:p>
      </dgm:t>
    </dgm:pt>
  </dgm:ptLst>
  <dgm:cxnLst>
    <dgm:cxn modelId="{A21232A3-B2D4-46F2-B19E-99701A69234F}" srcId="{49961AFB-F646-4C85-9877-5729F815CF12}" destId="{931AF4BC-231D-4978-A754-2E65FDB6FF80}" srcOrd="0" destOrd="0" parTransId="{98560680-89F1-4CC9-BE01-3E4C3C5BB6F6}" sibTransId="{ADAA13F2-B29D-4387-9793-53AF64EAFBCF}"/>
    <dgm:cxn modelId="{3C0DDF0F-1072-4718-9CFA-F0E4DF7152B0}" srcId="{0A4EFB2E-CFD1-425B-8E94-8D1014DA6B81}" destId="{1E170787-25D0-446B-9079-38151CE9E43F}" srcOrd="2" destOrd="0" parTransId="{0905468D-56C5-48F3-A386-6DB560F4E7A5}" sibTransId="{6AB687F5-2409-4ADC-92D6-F32E7E62FE4F}"/>
    <dgm:cxn modelId="{7CA34053-5A65-4038-90BA-2548AEB1046B}" srcId="{49961AFB-F646-4C85-9877-5729F815CF12}" destId="{0A4EFB2E-CFD1-425B-8E94-8D1014DA6B81}" srcOrd="1" destOrd="0" parTransId="{698C746B-ABB4-4E04-A784-889CC4EA98EE}" sibTransId="{E262169A-AECE-4853-BCAB-FED94B1B20F8}"/>
    <dgm:cxn modelId="{19F0D1DC-8816-4EE2-83A0-5898A0D7D86D}" srcId="{0A4EFB2E-CFD1-425B-8E94-8D1014DA6B81}" destId="{00F1F39D-9FDE-46C4-831B-172AB5A8B066}" srcOrd="0" destOrd="0" parTransId="{84D229D1-FB8C-407E-9F22-8637D3B0AF55}" sibTransId="{446114F4-0E10-4315-B8FE-C487C6CDA527}"/>
    <dgm:cxn modelId="{B66F6A45-8C05-41FC-A73C-BDA4577D9313}" type="presOf" srcId="{00F1F39D-9FDE-46C4-831B-172AB5A8B066}" destId="{1B280A76-B960-4F72-8497-47356554D2C4}" srcOrd="0" destOrd="0" presId="urn:microsoft.com/office/officeart/2018/2/layout/IconLabelDescriptionList"/>
    <dgm:cxn modelId="{746C103E-AF16-42CB-A452-21D3187C9E1D}" type="presOf" srcId="{0A4EFB2E-CFD1-425B-8E94-8D1014DA6B81}" destId="{57446471-BC01-4919-B45E-6F2157308411}" srcOrd="0" destOrd="0" presId="urn:microsoft.com/office/officeart/2018/2/layout/IconLabelDescriptionList"/>
    <dgm:cxn modelId="{4DEE003D-D27F-4C5F-8E64-5838B4DF32FD}" type="presOf" srcId="{931AF4BC-231D-4978-A754-2E65FDB6FF80}" destId="{0FD35B11-88AB-484D-8D4D-9D0F42BAAC8B}" srcOrd="0" destOrd="0" presId="urn:microsoft.com/office/officeart/2018/2/layout/IconLabelDescriptionList"/>
    <dgm:cxn modelId="{F75A7545-765D-45EF-8EC9-3D47B2BCD082}" type="presOf" srcId="{1E170787-25D0-446B-9079-38151CE9E43F}" destId="{1B280A76-B960-4F72-8497-47356554D2C4}" srcOrd="0" destOrd="2" presId="urn:microsoft.com/office/officeart/2018/2/layout/IconLabelDescriptionList"/>
    <dgm:cxn modelId="{8768AC2E-9DC0-479B-8AB2-D6447FB0CA34}" srcId="{0A4EFB2E-CFD1-425B-8E94-8D1014DA6B81}" destId="{0A45BB3F-C7D6-4F20-ACEF-48A89DECE8D7}" srcOrd="1" destOrd="0" parTransId="{4513F304-9678-4961-BF4D-8BBC1C16DAED}" sibTransId="{AEC5893E-B90D-425A-8A82-BC23242B9C56}"/>
    <dgm:cxn modelId="{2CF85117-F1CD-445B-A458-486054E904CB}" type="presOf" srcId="{0A45BB3F-C7D6-4F20-ACEF-48A89DECE8D7}" destId="{1B280A76-B960-4F72-8497-47356554D2C4}" srcOrd="0" destOrd="1" presId="urn:microsoft.com/office/officeart/2018/2/layout/IconLabelDescriptionList"/>
    <dgm:cxn modelId="{E59567BC-A3C4-47B1-B4B4-329BE1C483BE}" type="presOf" srcId="{49961AFB-F646-4C85-9877-5729F815CF12}" destId="{7FC84315-9455-4813-95CC-7DC0D6C3B4F2}" srcOrd="0" destOrd="0" presId="urn:microsoft.com/office/officeart/2018/2/layout/IconLabelDescriptionList"/>
    <dgm:cxn modelId="{5C523E9D-8DEB-4B5D-B55C-EA3FE5C92A19}" type="presParOf" srcId="{7FC84315-9455-4813-95CC-7DC0D6C3B4F2}" destId="{E6EE0631-5A6A-4C36-84CB-9676607619AF}" srcOrd="0" destOrd="0" presId="urn:microsoft.com/office/officeart/2018/2/layout/IconLabelDescriptionList"/>
    <dgm:cxn modelId="{A6D60005-E5E5-4130-9B8D-538213787115}" type="presParOf" srcId="{E6EE0631-5A6A-4C36-84CB-9676607619AF}" destId="{A5BB6474-F988-49C5-B179-A1E7B64639D4}" srcOrd="0" destOrd="0" presId="urn:microsoft.com/office/officeart/2018/2/layout/IconLabelDescriptionList"/>
    <dgm:cxn modelId="{E785E413-65E8-47A7-9D8F-46C8C8ABCE12}" type="presParOf" srcId="{E6EE0631-5A6A-4C36-84CB-9676607619AF}" destId="{53383063-7320-4C59-9824-B45A62D8F8FA}" srcOrd="1" destOrd="0" presId="urn:microsoft.com/office/officeart/2018/2/layout/IconLabelDescriptionList"/>
    <dgm:cxn modelId="{FA05CE94-4D6D-45A7-91E0-A53B899B0152}" type="presParOf" srcId="{E6EE0631-5A6A-4C36-84CB-9676607619AF}" destId="{0FD35B11-88AB-484D-8D4D-9D0F42BAAC8B}" srcOrd="2" destOrd="0" presId="urn:microsoft.com/office/officeart/2018/2/layout/IconLabelDescriptionList"/>
    <dgm:cxn modelId="{093E4CAC-E5B5-4755-9092-ABF454375B35}" type="presParOf" srcId="{E6EE0631-5A6A-4C36-84CB-9676607619AF}" destId="{FBB4BF48-57CF-4407-AE75-FD48FA6A7A7B}" srcOrd="3" destOrd="0" presId="urn:microsoft.com/office/officeart/2018/2/layout/IconLabelDescriptionList"/>
    <dgm:cxn modelId="{BDE8EB53-344D-4303-B748-FCC5834D1B02}" type="presParOf" srcId="{E6EE0631-5A6A-4C36-84CB-9676607619AF}" destId="{38FD5CA0-FF36-445D-AE47-9930F8634171}" srcOrd="4" destOrd="0" presId="urn:microsoft.com/office/officeart/2018/2/layout/IconLabelDescriptionList"/>
    <dgm:cxn modelId="{D9E8C7E7-8D35-4E01-8F9D-2EEBEE6382EC}" type="presParOf" srcId="{7FC84315-9455-4813-95CC-7DC0D6C3B4F2}" destId="{DED31ADB-1E12-4E4A-9B06-B57A2971A3F0}" srcOrd="1" destOrd="0" presId="urn:microsoft.com/office/officeart/2018/2/layout/IconLabelDescriptionList"/>
    <dgm:cxn modelId="{9394863E-FE08-4674-930F-B42BFE6BD768}" type="presParOf" srcId="{7FC84315-9455-4813-95CC-7DC0D6C3B4F2}" destId="{A4E9D3E8-A86D-4D92-95E5-9ECDC14356A0}" srcOrd="2" destOrd="0" presId="urn:microsoft.com/office/officeart/2018/2/layout/IconLabelDescriptionList"/>
    <dgm:cxn modelId="{1CDBD0EF-B11B-4BD7-A73E-5E2E7C9D6299}" type="presParOf" srcId="{A4E9D3E8-A86D-4D92-95E5-9ECDC14356A0}" destId="{7024481E-C1C2-4B72-9515-2B388E2D165C}" srcOrd="0" destOrd="0" presId="urn:microsoft.com/office/officeart/2018/2/layout/IconLabelDescriptionList"/>
    <dgm:cxn modelId="{16584B3F-423C-417C-96FC-47062670A522}" type="presParOf" srcId="{A4E9D3E8-A86D-4D92-95E5-9ECDC14356A0}" destId="{47B3F524-8767-457D-BFA8-A2CBFD6FF9E0}" srcOrd="1" destOrd="0" presId="urn:microsoft.com/office/officeart/2018/2/layout/IconLabelDescriptionList"/>
    <dgm:cxn modelId="{C2EB7554-5343-44CE-A727-30DB2A433136}" type="presParOf" srcId="{A4E9D3E8-A86D-4D92-95E5-9ECDC14356A0}" destId="{57446471-BC01-4919-B45E-6F2157308411}" srcOrd="2" destOrd="0" presId="urn:microsoft.com/office/officeart/2018/2/layout/IconLabelDescriptionList"/>
    <dgm:cxn modelId="{683E9F58-FAF8-4524-8373-B828C0B7B654}" type="presParOf" srcId="{A4E9D3E8-A86D-4D92-95E5-9ECDC14356A0}" destId="{C0FD734E-A64A-4015-9081-6AAF976E496C}" srcOrd="3" destOrd="0" presId="urn:microsoft.com/office/officeart/2018/2/layout/IconLabelDescriptionList"/>
    <dgm:cxn modelId="{F55C6DDB-CC6E-4087-B806-80B2A82C0348}" type="presParOf" srcId="{A4E9D3E8-A86D-4D92-95E5-9ECDC14356A0}" destId="{1B280A76-B960-4F72-8497-47356554D2C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2A0BC1-1795-481E-80BF-A5AA2B529F5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935965-0EDD-4102-81A4-128FBBFE0430}">
      <dgm:prSet/>
      <dgm:spPr/>
      <dgm:t>
        <a:bodyPr/>
        <a:lstStyle/>
        <a:p>
          <a:r>
            <a:rPr lang="en-US" b="1" i="0" baseline="0"/>
            <a:t>IoT Integration</a:t>
          </a:r>
          <a:r>
            <a:rPr lang="en-US" b="0" i="0" baseline="0"/>
            <a:t>: The future of FMS includes greater integration with Internet of Things (IoT) devices, allowing for real-time data collection on asset condition, energy consumption, and space occupancy.</a:t>
          </a:r>
          <a:endParaRPr lang="en-US"/>
        </a:p>
      </dgm:t>
    </dgm:pt>
    <dgm:pt modelId="{8B7940AC-63FF-4CA8-9357-358126E128D4}" type="parTrans" cxnId="{93F62D1F-DFA0-4D18-ADAB-D1CBD234C600}">
      <dgm:prSet/>
      <dgm:spPr/>
      <dgm:t>
        <a:bodyPr/>
        <a:lstStyle/>
        <a:p>
          <a:endParaRPr lang="en-US"/>
        </a:p>
      </dgm:t>
    </dgm:pt>
    <dgm:pt modelId="{CC9E98CB-B30E-45BB-A944-0F1DA534A655}" type="sibTrans" cxnId="{93F62D1F-DFA0-4D18-ADAB-D1CBD234C600}">
      <dgm:prSet/>
      <dgm:spPr/>
      <dgm:t>
        <a:bodyPr/>
        <a:lstStyle/>
        <a:p>
          <a:endParaRPr lang="en-US"/>
        </a:p>
      </dgm:t>
    </dgm:pt>
    <dgm:pt modelId="{B5227F82-048A-4428-AE87-BE8EC4F35E19}">
      <dgm:prSet/>
      <dgm:spPr/>
      <dgm:t>
        <a:bodyPr/>
        <a:lstStyle/>
        <a:p>
          <a:r>
            <a:rPr lang="en-US" b="1" i="0" baseline="0" dirty="0"/>
            <a:t>AI and Predictive Analytics</a:t>
          </a:r>
          <a:r>
            <a:rPr lang="en-US" b="0" i="0" baseline="0" dirty="0"/>
            <a:t>: Artificial Intelligence (AI) will play a bigger role in predictive maintenance, helping identify potential asset failures before they occur and allowing for more precise space planning.</a:t>
          </a:r>
          <a:endParaRPr lang="en-US" dirty="0"/>
        </a:p>
      </dgm:t>
    </dgm:pt>
    <dgm:pt modelId="{F7BB5FB7-3E8C-4175-96AE-D8AC9D7B1D17}" type="parTrans" cxnId="{D3EB7F82-362E-4EF6-BA89-018E9A42420A}">
      <dgm:prSet/>
      <dgm:spPr/>
      <dgm:t>
        <a:bodyPr/>
        <a:lstStyle/>
        <a:p>
          <a:endParaRPr lang="en-US"/>
        </a:p>
      </dgm:t>
    </dgm:pt>
    <dgm:pt modelId="{6530CD24-C7A8-4D12-8F98-188DC9B18479}" type="sibTrans" cxnId="{D3EB7F82-362E-4EF6-BA89-018E9A42420A}">
      <dgm:prSet/>
      <dgm:spPr/>
      <dgm:t>
        <a:bodyPr/>
        <a:lstStyle/>
        <a:p>
          <a:endParaRPr lang="en-US"/>
        </a:p>
      </dgm:t>
    </dgm:pt>
    <dgm:pt modelId="{11C0BBE4-8AFF-4C89-BDDF-4DE6F3BF3F71}">
      <dgm:prSet/>
      <dgm:spPr/>
      <dgm:t>
        <a:bodyPr/>
        <a:lstStyle/>
        <a:p>
          <a:r>
            <a:rPr lang="en-US" b="1" i="0" baseline="0"/>
            <a:t>Mobile Access</a:t>
          </a:r>
          <a:r>
            <a:rPr lang="en-US" b="0" i="0" baseline="0"/>
            <a:t>: Mobile platforms will give facility managers the flexibility to monitor and manage their facilities remotely, accessing data from anywhere in real-time. </a:t>
          </a:r>
          <a:endParaRPr lang="en-US"/>
        </a:p>
      </dgm:t>
    </dgm:pt>
    <dgm:pt modelId="{0364B972-AC76-4E9A-AEA1-788C1973CDDE}" type="parTrans" cxnId="{A9DF0B69-FB4F-40D6-BC1A-5754D1CA1551}">
      <dgm:prSet/>
      <dgm:spPr/>
      <dgm:t>
        <a:bodyPr/>
        <a:lstStyle/>
        <a:p>
          <a:endParaRPr lang="en-US"/>
        </a:p>
      </dgm:t>
    </dgm:pt>
    <dgm:pt modelId="{52CDE5F8-ED76-49A8-AD28-213017B1A074}" type="sibTrans" cxnId="{A9DF0B69-FB4F-40D6-BC1A-5754D1CA1551}">
      <dgm:prSet/>
      <dgm:spPr/>
      <dgm:t>
        <a:bodyPr/>
        <a:lstStyle/>
        <a:p>
          <a:endParaRPr lang="en-US"/>
        </a:p>
      </dgm:t>
    </dgm:pt>
    <dgm:pt modelId="{3C41A251-8959-4D86-A37E-D301E0E6B5F0}" type="pres">
      <dgm:prSet presAssocID="{492A0BC1-1795-481E-80BF-A5AA2B529F51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3547EA7-22F1-44E1-B576-641288973771}" type="pres">
      <dgm:prSet presAssocID="{492A0BC1-1795-481E-80BF-A5AA2B529F51}" presName="dummyMaxCanvas" presStyleCnt="0">
        <dgm:presLayoutVars/>
      </dgm:prSet>
      <dgm:spPr/>
    </dgm:pt>
    <dgm:pt modelId="{CF998647-5F7F-48A7-88E4-F80521823193}" type="pres">
      <dgm:prSet presAssocID="{492A0BC1-1795-481E-80BF-A5AA2B529F51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ECE776-6CCD-46BC-B82B-404227BEA540}" type="pres">
      <dgm:prSet presAssocID="{492A0BC1-1795-481E-80BF-A5AA2B529F51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CBBE7C-E364-416B-888A-A9D7AAD38226}" type="pres">
      <dgm:prSet presAssocID="{492A0BC1-1795-481E-80BF-A5AA2B529F51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95CC68-2FAD-4DFF-9173-921A76D024DD}" type="pres">
      <dgm:prSet presAssocID="{492A0BC1-1795-481E-80BF-A5AA2B529F51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2449D4-E8E5-46B8-8B46-E35531AA7FCB}" type="pres">
      <dgm:prSet presAssocID="{492A0BC1-1795-481E-80BF-A5AA2B529F51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DCF062-A9D2-4A35-A969-315742677DB7}" type="pres">
      <dgm:prSet presAssocID="{492A0BC1-1795-481E-80BF-A5AA2B529F51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A5BC9C-6C25-4B3B-A848-261A9099AD4A}" type="pres">
      <dgm:prSet presAssocID="{492A0BC1-1795-481E-80BF-A5AA2B529F51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C2EE62-E85F-4A0B-B46F-5BC8EE1AF187}" type="pres">
      <dgm:prSet presAssocID="{492A0BC1-1795-481E-80BF-A5AA2B529F51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6EF6B7-BD48-4168-BE93-6786993CC2A9}" type="presOf" srcId="{3D935965-0EDD-4102-81A4-128FBBFE0430}" destId="{CF998647-5F7F-48A7-88E4-F80521823193}" srcOrd="0" destOrd="0" presId="urn:microsoft.com/office/officeart/2005/8/layout/vProcess5"/>
    <dgm:cxn modelId="{93F62D1F-DFA0-4D18-ADAB-D1CBD234C600}" srcId="{492A0BC1-1795-481E-80BF-A5AA2B529F51}" destId="{3D935965-0EDD-4102-81A4-128FBBFE0430}" srcOrd="0" destOrd="0" parTransId="{8B7940AC-63FF-4CA8-9357-358126E128D4}" sibTransId="{CC9E98CB-B30E-45BB-A944-0F1DA534A655}"/>
    <dgm:cxn modelId="{A9975A4D-6C2D-4BBC-95B1-4329C1BFC393}" type="presOf" srcId="{11C0BBE4-8AFF-4C89-BDDF-4DE6F3BF3F71}" destId="{EECBBE7C-E364-416B-888A-A9D7AAD38226}" srcOrd="0" destOrd="0" presId="urn:microsoft.com/office/officeart/2005/8/layout/vProcess5"/>
    <dgm:cxn modelId="{A9DF0B69-FB4F-40D6-BC1A-5754D1CA1551}" srcId="{492A0BC1-1795-481E-80BF-A5AA2B529F51}" destId="{11C0BBE4-8AFF-4C89-BDDF-4DE6F3BF3F71}" srcOrd="2" destOrd="0" parTransId="{0364B972-AC76-4E9A-AEA1-788C1973CDDE}" sibTransId="{52CDE5F8-ED76-49A8-AD28-213017B1A074}"/>
    <dgm:cxn modelId="{63CC7A95-3F89-4119-9D04-74F78F3304BC}" type="presOf" srcId="{3D935965-0EDD-4102-81A4-128FBBFE0430}" destId="{90DCF062-A9D2-4A35-A969-315742677DB7}" srcOrd="1" destOrd="0" presId="urn:microsoft.com/office/officeart/2005/8/layout/vProcess5"/>
    <dgm:cxn modelId="{D2A1C2EE-A74D-4E87-8439-B7030CFD7E9A}" type="presOf" srcId="{6530CD24-C7A8-4D12-8F98-188DC9B18479}" destId="{812449D4-E8E5-46B8-8B46-E35531AA7FCB}" srcOrd="0" destOrd="0" presId="urn:microsoft.com/office/officeart/2005/8/layout/vProcess5"/>
    <dgm:cxn modelId="{5A15C63F-9F13-48FC-8F90-AD28A59B4E13}" type="presOf" srcId="{492A0BC1-1795-481E-80BF-A5AA2B529F51}" destId="{3C41A251-8959-4D86-A37E-D301E0E6B5F0}" srcOrd="0" destOrd="0" presId="urn:microsoft.com/office/officeart/2005/8/layout/vProcess5"/>
    <dgm:cxn modelId="{FC49B704-2C7F-4F77-9C02-884B7B4F919E}" type="presOf" srcId="{CC9E98CB-B30E-45BB-A944-0F1DA534A655}" destId="{FF95CC68-2FAD-4DFF-9173-921A76D024DD}" srcOrd="0" destOrd="0" presId="urn:microsoft.com/office/officeart/2005/8/layout/vProcess5"/>
    <dgm:cxn modelId="{C78DE12C-6A35-46EE-9018-DB039325F37B}" type="presOf" srcId="{11C0BBE4-8AFF-4C89-BDDF-4DE6F3BF3F71}" destId="{B4C2EE62-E85F-4A0B-B46F-5BC8EE1AF187}" srcOrd="1" destOrd="0" presId="urn:microsoft.com/office/officeart/2005/8/layout/vProcess5"/>
    <dgm:cxn modelId="{D3EB7F82-362E-4EF6-BA89-018E9A42420A}" srcId="{492A0BC1-1795-481E-80BF-A5AA2B529F51}" destId="{B5227F82-048A-4428-AE87-BE8EC4F35E19}" srcOrd="1" destOrd="0" parTransId="{F7BB5FB7-3E8C-4175-96AE-D8AC9D7B1D17}" sibTransId="{6530CD24-C7A8-4D12-8F98-188DC9B18479}"/>
    <dgm:cxn modelId="{C9096B3A-52A6-46D0-8734-771C339F32DA}" type="presOf" srcId="{B5227F82-048A-4428-AE87-BE8EC4F35E19}" destId="{74ECE776-6CCD-46BC-B82B-404227BEA540}" srcOrd="0" destOrd="0" presId="urn:microsoft.com/office/officeart/2005/8/layout/vProcess5"/>
    <dgm:cxn modelId="{D97953A9-0F38-4FFC-A9FF-393C5D60AAE1}" type="presOf" srcId="{B5227F82-048A-4428-AE87-BE8EC4F35E19}" destId="{A9A5BC9C-6C25-4B3B-A848-261A9099AD4A}" srcOrd="1" destOrd="0" presId="urn:microsoft.com/office/officeart/2005/8/layout/vProcess5"/>
    <dgm:cxn modelId="{0BBFC961-3C85-4895-B5AA-66DC2070D4D0}" type="presParOf" srcId="{3C41A251-8959-4D86-A37E-D301E0E6B5F0}" destId="{33547EA7-22F1-44E1-B576-641288973771}" srcOrd="0" destOrd="0" presId="urn:microsoft.com/office/officeart/2005/8/layout/vProcess5"/>
    <dgm:cxn modelId="{F7993AF8-459E-4074-AB76-D2F0DA675025}" type="presParOf" srcId="{3C41A251-8959-4D86-A37E-D301E0E6B5F0}" destId="{CF998647-5F7F-48A7-88E4-F80521823193}" srcOrd="1" destOrd="0" presId="urn:microsoft.com/office/officeart/2005/8/layout/vProcess5"/>
    <dgm:cxn modelId="{A0792983-0EE0-4852-8CC1-D831DDEE14C1}" type="presParOf" srcId="{3C41A251-8959-4D86-A37E-D301E0E6B5F0}" destId="{74ECE776-6CCD-46BC-B82B-404227BEA540}" srcOrd="2" destOrd="0" presId="urn:microsoft.com/office/officeart/2005/8/layout/vProcess5"/>
    <dgm:cxn modelId="{296494BF-B35B-40A0-8B4F-99B6FC0BF1D6}" type="presParOf" srcId="{3C41A251-8959-4D86-A37E-D301E0E6B5F0}" destId="{EECBBE7C-E364-416B-888A-A9D7AAD38226}" srcOrd="3" destOrd="0" presId="urn:microsoft.com/office/officeart/2005/8/layout/vProcess5"/>
    <dgm:cxn modelId="{46792687-D759-486B-896A-80B774F28BAA}" type="presParOf" srcId="{3C41A251-8959-4D86-A37E-D301E0E6B5F0}" destId="{FF95CC68-2FAD-4DFF-9173-921A76D024DD}" srcOrd="4" destOrd="0" presId="urn:microsoft.com/office/officeart/2005/8/layout/vProcess5"/>
    <dgm:cxn modelId="{46CB8818-2A33-4CB9-B25C-BB3C68A7CDF5}" type="presParOf" srcId="{3C41A251-8959-4D86-A37E-D301E0E6B5F0}" destId="{812449D4-E8E5-46B8-8B46-E35531AA7FCB}" srcOrd="5" destOrd="0" presId="urn:microsoft.com/office/officeart/2005/8/layout/vProcess5"/>
    <dgm:cxn modelId="{DFA9A7B6-6589-40C7-8297-C83AED2BE185}" type="presParOf" srcId="{3C41A251-8959-4D86-A37E-D301E0E6B5F0}" destId="{90DCF062-A9D2-4A35-A969-315742677DB7}" srcOrd="6" destOrd="0" presId="urn:microsoft.com/office/officeart/2005/8/layout/vProcess5"/>
    <dgm:cxn modelId="{40B3B2B8-9585-4C51-BD88-2C41068C6A9B}" type="presParOf" srcId="{3C41A251-8959-4D86-A37E-D301E0E6B5F0}" destId="{A9A5BC9C-6C25-4B3B-A848-261A9099AD4A}" srcOrd="7" destOrd="0" presId="urn:microsoft.com/office/officeart/2005/8/layout/vProcess5"/>
    <dgm:cxn modelId="{151FD9E8-198C-47BD-90CF-4E2A4847286D}" type="presParOf" srcId="{3C41A251-8959-4D86-A37E-D301E0E6B5F0}" destId="{B4C2EE62-E85F-4A0B-B46F-5BC8EE1AF18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952CB7-0CA8-4B60-BC05-C54CDBB4EFB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65817A9-F9C9-4BC5-9DA4-CF9E77E2DF24}">
      <dgm:prSet/>
      <dgm:spPr/>
      <dgm:t>
        <a:bodyPr/>
        <a:lstStyle/>
        <a:p>
          <a:r>
            <a:rPr lang="en-US" b="1" i="0" baseline="0"/>
            <a:t>Stakeholder Involvement</a:t>
          </a:r>
          <a:r>
            <a:rPr lang="en-US" b="0" i="0" baseline="0"/>
            <a:t>: Involve key stakeholders from the beginning, including facility managers, IT teams, and department heads, to align objectives and expectations.</a:t>
          </a:r>
          <a:endParaRPr lang="en-US"/>
        </a:p>
      </dgm:t>
    </dgm:pt>
    <dgm:pt modelId="{76772DE5-4D8A-4E33-BA75-9E09E1E93E28}" type="parTrans" cxnId="{A6AFA684-EFDD-41D4-84BF-70B5E50F5375}">
      <dgm:prSet/>
      <dgm:spPr/>
      <dgm:t>
        <a:bodyPr/>
        <a:lstStyle/>
        <a:p>
          <a:endParaRPr lang="en-US"/>
        </a:p>
      </dgm:t>
    </dgm:pt>
    <dgm:pt modelId="{A47D4238-0D7D-4C35-8758-5119BA40E71A}" type="sibTrans" cxnId="{A6AFA684-EFDD-41D4-84BF-70B5E50F537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5F0E919-E9C4-4211-92DF-D6768CD04BD7}">
      <dgm:prSet/>
      <dgm:spPr/>
      <dgm:t>
        <a:bodyPr/>
        <a:lstStyle/>
        <a:p>
          <a:r>
            <a:rPr lang="en-US" b="1" i="0" baseline="0"/>
            <a:t>User Training</a:t>
          </a:r>
          <a:r>
            <a:rPr lang="en-US" b="0" i="0" baseline="0"/>
            <a:t>: Invest in thorough training programs to ensure that all users are proficient with the system and can fully leverage its features.</a:t>
          </a:r>
          <a:endParaRPr lang="en-US"/>
        </a:p>
      </dgm:t>
    </dgm:pt>
    <dgm:pt modelId="{23FB6DEC-6DF4-4EEF-94FB-CB2FD630719F}" type="parTrans" cxnId="{559D0FAA-8ABD-4525-B68A-FF01BF7199B4}">
      <dgm:prSet/>
      <dgm:spPr/>
      <dgm:t>
        <a:bodyPr/>
        <a:lstStyle/>
        <a:p>
          <a:endParaRPr lang="en-US"/>
        </a:p>
      </dgm:t>
    </dgm:pt>
    <dgm:pt modelId="{FB4D2868-2A2D-4CA7-9467-48B413244B91}" type="sibTrans" cxnId="{559D0FAA-8ABD-4525-B68A-FF01BF7199B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78E7F6A-5E7D-4EB4-8119-09AD30DB4F6D}">
      <dgm:prSet/>
      <dgm:spPr/>
      <dgm:t>
        <a:bodyPr/>
        <a:lstStyle/>
        <a:p>
          <a:r>
            <a:rPr lang="en-US" b="1" i="0" baseline="0"/>
            <a:t>Data Quality Management</a:t>
          </a:r>
          <a:r>
            <a:rPr lang="en-US" b="0" i="0" baseline="0"/>
            <a:t>: Establish protocols for regular data audits to ensure the accuracy of asset and space data.</a:t>
          </a:r>
          <a:endParaRPr lang="en-US"/>
        </a:p>
      </dgm:t>
    </dgm:pt>
    <dgm:pt modelId="{BF8B65EE-12B3-4031-AAE5-367BC514435D}" type="parTrans" cxnId="{10CC0464-7FAF-4418-B093-0A654D88078C}">
      <dgm:prSet/>
      <dgm:spPr/>
      <dgm:t>
        <a:bodyPr/>
        <a:lstStyle/>
        <a:p>
          <a:endParaRPr lang="en-US"/>
        </a:p>
      </dgm:t>
    </dgm:pt>
    <dgm:pt modelId="{7B1F72FA-3AFC-40C9-B8DA-2140BABA2F4D}" type="sibTrans" cxnId="{10CC0464-7FAF-4418-B093-0A654D88078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07798DF-CBBE-49BA-8FAE-AD93D1B4BF02}">
      <dgm:prSet/>
      <dgm:spPr/>
      <dgm:t>
        <a:bodyPr/>
        <a:lstStyle/>
        <a:p>
          <a:r>
            <a:rPr lang="en-US" b="1" i="0" baseline="0"/>
            <a:t>Continuous Improvement</a:t>
          </a:r>
          <a:r>
            <a:rPr lang="en-US" b="0" i="0" baseline="0"/>
            <a:t>: Regularly assess the system’s effectiveness and make adjustments to ensure the FMS remains aligned with the organization’s goals. </a:t>
          </a:r>
          <a:endParaRPr lang="en-US"/>
        </a:p>
      </dgm:t>
    </dgm:pt>
    <dgm:pt modelId="{84A5BB2B-E162-4FA9-9506-63233E296099}" type="parTrans" cxnId="{AA596EA5-717B-4B16-8591-AEF1A3EEB05D}">
      <dgm:prSet/>
      <dgm:spPr/>
      <dgm:t>
        <a:bodyPr/>
        <a:lstStyle/>
        <a:p>
          <a:endParaRPr lang="en-US"/>
        </a:p>
      </dgm:t>
    </dgm:pt>
    <dgm:pt modelId="{5F913421-B66F-4C9E-92D0-D5C7B3D7E989}" type="sibTrans" cxnId="{AA596EA5-717B-4B16-8591-AEF1A3EEB05D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EE865F0-093B-47ED-B105-D731DB1CACD9}" type="pres">
      <dgm:prSet presAssocID="{68952CB7-0CA8-4B60-BC05-C54CDBB4EFB8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C879C3-6F23-46B7-B669-EB2C37353EE8}" type="pres">
      <dgm:prSet presAssocID="{A65817A9-F9C9-4BC5-9DA4-CF9E77E2DF24}" presName="compositeNode" presStyleCnt="0">
        <dgm:presLayoutVars>
          <dgm:bulletEnabled val="1"/>
        </dgm:presLayoutVars>
      </dgm:prSet>
      <dgm:spPr/>
    </dgm:pt>
    <dgm:pt modelId="{CF17C88C-9102-4E39-A96A-C2582C90407D}" type="pres">
      <dgm:prSet presAssocID="{A65817A9-F9C9-4BC5-9DA4-CF9E77E2DF24}" presName="bgRect" presStyleLbl="alignNode1" presStyleIdx="0" presStyleCnt="4"/>
      <dgm:spPr/>
      <dgm:t>
        <a:bodyPr/>
        <a:lstStyle/>
        <a:p>
          <a:endParaRPr lang="en-US"/>
        </a:p>
      </dgm:t>
    </dgm:pt>
    <dgm:pt modelId="{3EB73A88-CEA0-4D3F-8C15-5E0C7CAB03FB}" type="pres">
      <dgm:prSet presAssocID="{A47D4238-0D7D-4C35-8758-5119BA40E71A}" presName="sibTransNodeRect" presStyleLbl="align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F4E279-058F-4B79-924B-4D80D321D1D6}" type="pres">
      <dgm:prSet presAssocID="{A65817A9-F9C9-4BC5-9DA4-CF9E77E2DF24}" presName="nodeRect" presStyleLbl="align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95C422-5C82-4F2B-8F3A-0E93A8497FF6}" type="pres">
      <dgm:prSet presAssocID="{A47D4238-0D7D-4C35-8758-5119BA40E71A}" presName="sibTrans" presStyleCnt="0"/>
      <dgm:spPr/>
    </dgm:pt>
    <dgm:pt modelId="{D9082D80-C394-4D3A-B97C-44CA8ED25570}" type="pres">
      <dgm:prSet presAssocID="{65F0E919-E9C4-4211-92DF-D6768CD04BD7}" presName="compositeNode" presStyleCnt="0">
        <dgm:presLayoutVars>
          <dgm:bulletEnabled val="1"/>
        </dgm:presLayoutVars>
      </dgm:prSet>
      <dgm:spPr/>
    </dgm:pt>
    <dgm:pt modelId="{E8BA82F7-B597-448F-85E3-B242D19E270F}" type="pres">
      <dgm:prSet presAssocID="{65F0E919-E9C4-4211-92DF-D6768CD04BD7}" presName="bgRect" presStyleLbl="alignNode1" presStyleIdx="1" presStyleCnt="4"/>
      <dgm:spPr/>
      <dgm:t>
        <a:bodyPr/>
        <a:lstStyle/>
        <a:p>
          <a:endParaRPr lang="en-US"/>
        </a:p>
      </dgm:t>
    </dgm:pt>
    <dgm:pt modelId="{5037D78E-884E-4018-A2DD-3EB271033382}" type="pres">
      <dgm:prSet presAssocID="{FB4D2868-2A2D-4CA7-9467-48B413244B91}" presName="sibTransNodeRect" presStyleLbl="align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36FBA6-6C82-4583-888A-A7560CE67537}" type="pres">
      <dgm:prSet presAssocID="{65F0E919-E9C4-4211-92DF-D6768CD04BD7}" presName="nodeRect" presStyleLbl="align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FF4C4F-76D0-485C-AE12-F0076B9AC3B7}" type="pres">
      <dgm:prSet presAssocID="{FB4D2868-2A2D-4CA7-9467-48B413244B91}" presName="sibTrans" presStyleCnt="0"/>
      <dgm:spPr/>
    </dgm:pt>
    <dgm:pt modelId="{B6FDBB60-6548-423B-B6AB-70D8E638A0B6}" type="pres">
      <dgm:prSet presAssocID="{E78E7F6A-5E7D-4EB4-8119-09AD30DB4F6D}" presName="compositeNode" presStyleCnt="0">
        <dgm:presLayoutVars>
          <dgm:bulletEnabled val="1"/>
        </dgm:presLayoutVars>
      </dgm:prSet>
      <dgm:spPr/>
    </dgm:pt>
    <dgm:pt modelId="{63CA4C7D-D09B-4226-8581-372712B582AD}" type="pres">
      <dgm:prSet presAssocID="{E78E7F6A-5E7D-4EB4-8119-09AD30DB4F6D}" presName="bgRect" presStyleLbl="alignNode1" presStyleIdx="2" presStyleCnt="4"/>
      <dgm:spPr/>
      <dgm:t>
        <a:bodyPr/>
        <a:lstStyle/>
        <a:p>
          <a:endParaRPr lang="en-US"/>
        </a:p>
      </dgm:t>
    </dgm:pt>
    <dgm:pt modelId="{7C22A46D-0BCA-43D5-9DA5-09F8516AD994}" type="pres">
      <dgm:prSet presAssocID="{7B1F72FA-3AFC-40C9-B8DA-2140BABA2F4D}" presName="sibTransNodeRect" presStyleLbl="align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365E4B-D9FD-4123-8543-2FB9CFE238AD}" type="pres">
      <dgm:prSet presAssocID="{E78E7F6A-5E7D-4EB4-8119-09AD30DB4F6D}" presName="nodeRect" presStyleLbl="align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795BD1-1E78-4189-B4B7-112D84AE23FA}" type="pres">
      <dgm:prSet presAssocID="{7B1F72FA-3AFC-40C9-B8DA-2140BABA2F4D}" presName="sibTrans" presStyleCnt="0"/>
      <dgm:spPr/>
    </dgm:pt>
    <dgm:pt modelId="{623E3514-ED64-49C7-B9C9-AE705B653C95}" type="pres">
      <dgm:prSet presAssocID="{407798DF-CBBE-49BA-8FAE-AD93D1B4BF02}" presName="compositeNode" presStyleCnt="0">
        <dgm:presLayoutVars>
          <dgm:bulletEnabled val="1"/>
        </dgm:presLayoutVars>
      </dgm:prSet>
      <dgm:spPr/>
    </dgm:pt>
    <dgm:pt modelId="{0654C5F9-DE8A-4D46-AB04-3DA4D8BDA6D5}" type="pres">
      <dgm:prSet presAssocID="{407798DF-CBBE-49BA-8FAE-AD93D1B4BF02}" presName="bgRect" presStyleLbl="alignNode1" presStyleIdx="3" presStyleCnt="4"/>
      <dgm:spPr/>
      <dgm:t>
        <a:bodyPr/>
        <a:lstStyle/>
        <a:p>
          <a:endParaRPr lang="en-US"/>
        </a:p>
      </dgm:t>
    </dgm:pt>
    <dgm:pt modelId="{A00DD845-2A09-4FB8-9BCC-CB0CADC2B871}" type="pres">
      <dgm:prSet presAssocID="{5F913421-B66F-4C9E-92D0-D5C7B3D7E989}" presName="sibTransNodeRect" presStyleLbl="align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FA7C0B-0829-4D57-B80E-F882BD97037D}" type="pres">
      <dgm:prSet presAssocID="{407798DF-CBBE-49BA-8FAE-AD93D1B4BF02}" presName="nodeRect" presStyleLbl="align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59D0FAA-8ABD-4525-B68A-FF01BF7199B4}" srcId="{68952CB7-0CA8-4B60-BC05-C54CDBB4EFB8}" destId="{65F0E919-E9C4-4211-92DF-D6768CD04BD7}" srcOrd="1" destOrd="0" parTransId="{23FB6DEC-6DF4-4EEF-94FB-CB2FD630719F}" sibTransId="{FB4D2868-2A2D-4CA7-9467-48B413244B91}"/>
    <dgm:cxn modelId="{9E20B220-730D-4EC2-8718-D4C15516F277}" type="presOf" srcId="{65F0E919-E9C4-4211-92DF-D6768CD04BD7}" destId="{E8BA82F7-B597-448F-85E3-B242D19E270F}" srcOrd="0" destOrd="0" presId="urn:microsoft.com/office/officeart/2016/7/layout/LinearBlockProcessNumbered"/>
    <dgm:cxn modelId="{8C5F479B-5130-44D1-9167-852EDD235328}" type="presOf" srcId="{FB4D2868-2A2D-4CA7-9467-48B413244B91}" destId="{5037D78E-884E-4018-A2DD-3EB271033382}" srcOrd="0" destOrd="0" presId="urn:microsoft.com/office/officeart/2016/7/layout/LinearBlockProcessNumbered"/>
    <dgm:cxn modelId="{DF03F2EF-079D-42B6-AF07-2FDEE7045870}" type="presOf" srcId="{7B1F72FA-3AFC-40C9-B8DA-2140BABA2F4D}" destId="{7C22A46D-0BCA-43D5-9DA5-09F8516AD994}" srcOrd="0" destOrd="0" presId="urn:microsoft.com/office/officeart/2016/7/layout/LinearBlockProcessNumbered"/>
    <dgm:cxn modelId="{10CC0464-7FAF-4418-B093-0A654D88078C}" srcId="{68952CB7-0CA8-4B60-BC05-C54CDBB4EFB8}" destId="{E78E7F6A-5E7D-4EB4-8119-09AD30DB4F6D}" srcOrd="2" destOrd="0" parTransId="{BF8B65EE-12B3-4031-AAE5-367BC514435D}" sibTransId="{7B1F72FA-3AFC-40C9-B8DA-2140BABA2F4D}"/>
    <dgm:cxn modelId="{4469F819-1D9C-408B-9C42-EB46085193F8}" type="presOf" srcId="{407798DF-CBBE-49BA-8FAE-AD93D1B4BF02}" destId="{60FA7C0B-0829-4D57-B80E-F882BD97037D}" srcOrd="1" destOrd="0" presId="urn:microsoft.com/office/officeart/2016/7/layout/LinearBlockProcessNumbered"/>
    <dgm:cxn modelId="{03BED4D8-10E0-4E40-9612-6CE910F33459}" type="presOf" srcId="{68952CB7-0CA8-4B60-BC05-C54CDBB4EFB8}" destId="{8EE865F0-093B-47ED-B105-D731DB1CACD9}" srcOrd="0" destOrd="0" presId="urn:microsoft.com/office/officeart/2016/7/layout/LinearBlockProcessNumbered"/>
    <dgm:cxn modelId="{AA596EA5-717B-4B16-8591-AEF1A3EEB05D}" srcId="{68952CB7-0CA8-4B60-BC05-C54CDBB4EFB8}" destId="{407798DF-CBBE-49BA-8FAE-AD93D1B4BF02}" srcOrd="3" destOrd="0" parTransId="{84A5BB2B-E162-4FA9-9506-63233E296099}" sibTransId="{5F913421-B66F-4C9E-92D0-D5C7B3D7E989}"/>
    <dgm:cxn modelId="{29F54E50-22DC-4EE4-9CA6-3775370A9C9B}" type="presOf" srcId="{E78E7F6A-5E7D-4EB4-8119-09AD30DB4F6D}" destId="{63CA4C7D-D09B-4226-8581-372712B582AD}" srcOrd="0" destOrd="0" presId="urn:microsoft.com/office/officeart/2016/7/layout/LinearBlockProcessNumbered"/>
    <dgm:cxn modelId="{6404E917-A158-4E1C-8717-99D68E212086}" type="presOf" srcId="{A65817A9-F9C9-4BC5-9DA4-CF9E77E2DF24}" destId="{A9F4E279-058F-4B79-924B-4D80D321D1D6}" srcOrd="1" destOrd="0" presId="urn:microsoft.com/office/officeart/2016/7/layout/LinearBlockProcessNumbered"/>
    <dgm:cxn modelId="{BA89B8D2-EB74-4BC9-8212-751434C75035}" type="presOf" srcId="{A65817A9-F9C9-4BC5-9DA4-CF9E77E2DF24}" destId="{CF17C88C-9102-4E39-A96A-C2582C90407D}" srcOrd="0" destOrd="0" presId="urn:microsoft.com/office/officeart/2016/7/layout/LinearBlockProcessNumbered"/>
    <dgm:cxn modelId="{A6AFA684-EFDD-41D4-84BF-70B5E50F5375}" srcId="{68952CB7-0CA8-4B60-BC05-C54CDBB4EFB8}" destId="{A65817A9-F9C9-4BC5-9DA4-CF9E77E2DF24}" srcOrd="0" destOrd="0" parTransId="{76772DE5-4D8A-4E33-BA75-9E09E1E93E28}" sibTransId="{A47D4238-0D7D-4C35-8758-5119BA40E71A}"/>
    <dgm:cxn modelId="{F294AD58-928A-4D18-AE9B-558FF7D66095}" type="presOf" srcId="{407798DF-CBBE-49BA-8FAE-AD93D1B4BF02}" destId="{0654C5F9-DE8A-4D46-AB04-3DA4D8BDA6D5}" srcOrd="0" destOrd="0" presId="urn:microsoft.com/office/officeart/2016/7/layout/LinearBlockProcessNumbered"/>
    <dgm:cxn modelId="{2C025B57-12D6-49D2-BEBF-9A144BF20C8C}" type="presOf" srcId="{5F913421-B66F-4C9E-92D0-D5C7B3D7E989}" destId="{A00DD845-2A09-4FB8-9BCC-CB0CADC2B871}" srcOrd="0" destOrd="0" presId="urn:microsoft.com/office/officeart/2016/7/layout/LinearBlockProcessNumbered"/>
    <dgm:cxn modelId="{81D9653A-639E-49BB-A993-A907948B9FBD}" type="presOf" srcId="{65F0E919-E9C4-4211-92DF-D6768CD04BD7}" destId="{E036FBA6-6C82-4583-888A-A7560CE67537}" srcOrd="1" destOrd="0" presId="urn:microsoft.com/office/officeart/2016/7/layout/LinearBlockProcessNumbered"/>
    <dgm:cxn modelId="{D55056DD-0551-4AC3-A323-B33D79B1A5C3}" type="presOf" srcId="{E78E7F6A-5E7D-4EB4-8119-09AD30DB4F6D}" destId="{8D365E4B-D9FD-4123-8543-2FB9CFE238AD}" srcOrd="1" destOrd="0" presId="urn:microsoft.com/office/officeart/2016/7/layout/LinearBlockProcessNumbered"/>
    <dgm:cxn modelId="{A0801625-B934-48F6-80B8-005770831EE5}" type="presOf" srcId="{A47D4238-0D7D-4C35-8758-5119BA40E71A}" destId="{3EB73A88-CEA0-4D3F-8C15-5E0C7CAB03FB}" srcOrd="0" destOrd="0" presId="urn:microsoft.com/office/officeart/2016/7/layout/LinearBlockProcessNumbered"/>
    <dgm:cxn modelId="{B0927D4E-5C68-4560-BA63-7AF8B3058499}" type="presParOf" srcId="{8EE865F0-093B-47ED-B105-D731DB1CACD9}" destId="{DFC879C3-6F23-46B7-B669-EB2C37353EE8}" srcOrd="0" destOrd="0" presId="urn:microsoft.com/office/officeart/2016/7/layout/LinearBlockProcessNumbered"/>
    <dgm:cxn modelId="{1EDFAB6D-4931-4E23-85F5-D14B8FEA9CC8}" type="presParOf" srcId="{DFC879C3-6F23-46B7-B669-EB2C37353EE8}" destId="{CF17C88C-9102-4E39-A96A-C2582C90407D}" srcOrd="0" destOrd="0" presId="urn:microsoft.com/office/officeart/2016/7/layout/LinearBlockProcessNumbered"/>
    <dgm:cxn modelId="{B47D0217-0E4A-44EA-B69D-937B79B635D9}" type="presParOf" srcId="{DFC879C3-6F23-46B7-B669-EB2C37353EE8}" destId="{3EB73A88-CEA0-4D3F-8C15-5E0C7CAB03FB}" srcOrd="1" destOrd="0" presId="urn:microsoft.com/office/officeart/2016/7/layout/LinearBlockProcessNumbered"/>
    <dgm:cxn modelId="{712F819E-F84A-4702-AFFD-22CD48138E17}" type="presParOf" srcId="{DFC879C3-6F23-46B7-B669-EB2C37353EE8}" destId="{A9F4E279-058F-4B79-924B-4D80D321D1D6}" srcOrd="2" destOrd="0" presId="urn:microsoft.com/office/officeart/2016/7/layout/LinearBlockProcessNumbered"/>
    <dgm:cxn modelId="{FC498C7B-36E2-4565-9E2A-763D05AB9FC8}" type="presParOf" srcId="{8EE865F0-093B-47ED-B105-D731DB1CACD9}" destId="{5995C422-5C82-4F2B-8F3A-0E93A8497FF6}" srcOrd="1" destOrd="0" presId="urn:microsoft.com/office/officeart/2016/7/layout/LinearBlockProcessNumbered"/>
    <dgm:cxn modelId="{6B5191D6-161A-421B-AA17-3B0DFE544B08}" type="presParOf" srcId="{8EE865F0-093B-47ED-B105-D731DB1CACD9}" destId="{D9082D80-C394-4D3A-B97C-44CA8ED25570}" srcOrd="2" destOrd="0" presId="urn:microsoft.com/office/officeart/2016/7/layout/LinearBlockProcessNumbered"/>
    <dgm:cxn modelId="{3DD12E92-7539-4828-A71B-D823BA30E25A}" type="presParOf" srcId="{D9082D80-C394-4D3A-B97C-44CA8ED25570}" destId="{E8BA82F7-B597-448F-85E3-B242D19E270F}" srcOrd="0" destOrd="0" presId="urn:microsoft.com/office/officeart/2016/7/layout/LinearBlockProcessNumbered"/>
    <dgm:cxn modelId="{BDC238A2-A780-4614-8FF9-8F36351A03A1}" type="presParOf" srcId="{D9082D80-C394-4D3A-B97C-44CA8ED25570}" destId="{5037D78E-884E-4018-A2DD-3EB271033382}" srcOrd="1" destOrd="0" presId="urn:microsoft.com/office/officeart/2016/7/layout/LinearBlockProcessNumbered"/>
    <dgm:cxn modelId="{A3B22935-FEB6-4270-9551-75D396276C78}" type="presParOf" srcId="{D9082D80-C394-4D3A-B97C-44CA8ED25570}" destId="{E036FBA6-6C82-4583-888A-A7560CE67537}" srcOrd="2" destOrd="0" presId="urn:microsoft.com/office/officeart/2016/7/layout/LinearBlockProcessNumbered"/>
    <dgm:cxn modelId="{504E813E-79B6-40F4-9721-4DC5B33FE661}" type="presParOf" srcId="{8EE865F0-093B-47ED-B105-D731DB1CACD9}" destId="{72FF4C4F-76D0-485C-AE12-F0076B9AC3B7}" srcOrd="3" destOrd="0" presId="urn:microsoft.com/office/officeart/2016/7/layout/LinearBlockProcessNumbered"/>
    <dgm:cxn modelId="{A78F759C-9A37-4535-98D4-F7416607267B}" type="presParOf" srcId="{8EE865F0-093B-47ED-B105-D731DB1CACD9}" destId="{B6FDBB60-6548-423B-B6AB-70D8E638A0B6}" srcOrd="4" destOrd="0" presId="urn:microsoft.com/office/officeart/2016/7/layout/LinearBlockProcessNumbered"/>
    <dgm:cxn modelId="{232FAB1D-E96A-41A4-9F5F-A29D552DA83C}" type="presParOf" srcId="{B6FDBB60-6548-423B-B6AB-70D8E638A0B6}" destId="{63CA4C7D-D09B-4226-8581-372712B582AD}" srcOrd="0" destOrd="0" presId="urn:microsoft.com/office/officeart/2016/7/layout/LinearBlockProcessNumbered"/>
    <dgm:cxn modelId="{9F77A50F-EBF2-402E-95D4-33823B412892}" type="presParOf" srcId="{B6FDBB60-6548-423B-B6AB-70D8E638A0B6}" destId="{7C22A46D-0BCA-43D5-9DA5-09F8516AD994}" srcOrd="1" destOrd="0" presId="urn:microsoft.com/office/officeart/2016/7/layout/LinearBlockProcessNumbered"/>
    <dgm:cxn modelId="{88D867D1-196A-4F05-8C65-90ED98352354}" type="presParOf" srcId="{B6FDBB60-6548-423B-B6AB-70D8E638A0B6}" destId="{8D365E4B-D9FD-4123-8543-2FB9CFE238AD}" srcOrd="2" destOrd="0" presId="urn:microsoft.com/office/officeart/2016/7/layout/LinearBlockProcessNumbered"/>
    <dgm:cxn modelId="{4871AD3F-4CF6-434F-8E67-F2E8875C1164}" type="presParOf" srcId="{8EE865F0-093B-47ED-B105-D731DB1CACD9}" destId="{91795BD1-1E78-4189-B4B7-112D84AE23FA}" srcOrd="5" destOrd="0" presId="urn:microsoft.com/office/officeart/2016/7/layout/LinearBlockProcessNumbered"/>
    <dgm:cxn modelId="{20F480CA-FEB3-4AD5-9307-D0CB531F1331}" type="presParOf" srcId="{8EE865F0-093B-47ED-B105-D731DB1CACD9}" destId="{623E3514-ED64-49C7-B9C9-AE705B653C95}" srcOrd="6" destOrd="0" presId="urn:microsoft.com/office/officeart/2016/7/layout/LinearBlockProcessNumbered"/>
    <dgm:cxn modelId="{6F506A1E-7A44-414B-A28F-636FD11AF56A}" type="presParOf" srcId="{623E3514-ED64-49C7-B9C9-AE705B653C95}" destId="{0654C5F9-DE8A-4D46-AB04-3DA4D8BDA6D5}" srcOrd="0" destOrd="0" presId="urn:microsoft.com/office/officeart/2016/7/layout/LinearBlockProcessNumbered"/>
    <dgm:cxn modelId="{D525F9CF-FBE5-4356-92CF-71B4B6C015F6}" type="presParOf" srcId="{623E3514-ED64-49C7-B9C9-AE705B653C95}" destId="{A00DD845-2A09-4FB8-9BCC-CB0CADC2B871}" srcOrd="1" destOrd="0" presId="urn:microsoft.com/office/officeart/2016/7/layout/LinearBlockProcessNumbered"/>
    <dgm:cxn modelId="{69A471C4-DEDB-4EE0-AC31-CB51CABFD4A3}" type="presParOf" srcId="{623E3514-ED64-49C7-B9C9-AE705B653C95}" destId="{60FA7C0B-0829-4D57-B80E-F882BD97037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05F4F2B-FC73-43B5-9F86-F35DC2B60A86}" type="doc">
      <dgm:prSet loTypeId="urn:microsoft.com/office/officeart/2018/2/layout/Icon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4566853-344A-42BB-8BAF-8562E1459C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Key Takeaways</a:t>
          </a:r>
          <a:endParaRPr lang="en-US" dirty="0"/>
        </a:p>
      </dgm:t>
    </dgm:pt>
    <dgm:pt modelId="{5C9B7D8A-FA42-4F8D-BA45-944278A42F55}" type="parTrans" cxnId="{723E3C12-9C75-4768-AE18-014966C1BE3F}">
      <dgm:prSet/>
      <dgm:spPr/>
      <dgm:t>
        <a:bodyPr/>
        <a:lstStyle/>
        <a:p>
          <a:endParaRPr lang="en-US"/>
        </a:p>
      </dgm:t>
    </dgm:pt>
    <dgm:pt modelId="{EC38BFDE-624F-4DE8-8034-B0B585B5E05B}" type="sibTrans" cxnId="{723E3C12-9C75-4768-AE18-014966C1BE3F}">
      <dgm:prSet/>
      <dgm:spPr/>
      <dgm:t>
        <a:bodyPr/>
        <a:lstStyle/>
        <a:p>
          <a:endParaRPr lang="en-US"/>
        </a:p>
      </dgm:t>
    </dgm:pt>
    <dgm:pt modelId="{B3972EDA-9581-4501-AB61-9E71336390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FMS Type A</a:t>
          </a:r>
          <a:r>
            <a:rPr lang="en-US" b="0" i="0" baseline="0"/>
            <a:t> focuses on asset management, improving maintenance and asset lifecycles.</a:t>
          </a:r>
          <a:endParaRPr lang="en-US"/>
        </a:p>
      </dgm:t>
    </dgm:pt>
    <dgm:pt modelId="{61C5E335-215C-4E6E-AB9A-F59D2EDDFB11}" type="parTrans" cxnId="{1AC30B87-8EBB-40DC-83D5-BBB79767E429}">
      <dgm:prSet/>
      <dgm:spPr/>
      <dgm:t>
        <a:bodyPr/>
        <a:lstStyle/>
        <a:p>
          <a:endParaRPr lang="en-US"/>
        </a:p>
      </dgm:t>
    </dgm:pt>
    <dgm:pt modelId="{2AD9323E-4094-4E30-8614-69F3F7A384AF}" type="sibTrans" cxnId="{1AC30B87-8EBB-40DC-83D5-BBB79767E429}">
      <dgm:prSet/>
      <dgm:spPr/>
      <dgm:t>
        <a:bodyPr/>
        <a:lstStyle/>
        <a:p>
          <a:endParaRPr lang="en-US"/>
        </a:p>
      </dgm:t>
    </dgm:pt>
    <dgm:pt modelId="{25054B43-E3A4-4979-B5B3-7259BCB862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FMS Type B</a:t>
          </a:r>
          <a:r>
            <a:rPr lang="en-US" b="0" i="0" baseline="0"/>
            <a:t> focuses on optimizing space, increasing efficiency and flexibility.</a:t>
          </a:r>
          <a:endParaRPr lang="en-US"/>
        </a:p>
      </dgm:t>
    </dgm:pt>
    <dgm:pt modelId="{0CCF0A26-D266-43A1-9AD2-4756FC63989E}" type="parTrans" cxnId="{95FAF292-5865-4DA6-9A30-544F5A620CB9}">
      <dgm:prSet/>
      <dgm:spPr/>
      <dgm:t>
        <a:bodyPr/>
        <a:lstStyle/>
        <a:p>
          <a:endParaRPr lang="en-US"/>
        </a:p>
      </dgm:t>
    </dgm:pt>
    <dgm:pt modelId="{83144785-24D4-4B59-8EAE-A45B370CC861}" type="sibTrans" cxnId="{95FAF292-5865-4DA6-9A30-544F5A620CB9}">
      <dgm:prSet/>
      <dgm:spPr/>
      <dgm:t>
        <a:bodyPr/>
        <a:lstStyle/>
        <a:p>
          <a:endParaRPr lang="en-US"/>
        </a:p>
      </dgm:t>
    </dgm:pt>
    <dgm:pt modelId="{A3D50122-1EDD-4122-B38C-ED0F24953D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Future Outlook</a:t>
          </a:r>
          <a:r>
            <a:rPr lang="en-US" b="0" i="0" baseline="0"/>
            <a:t>: As technology evolves, FMS will continue to integrate new technologies like IoT and AI, driving further efficiency and automation in facility management. </a:t>
          </a:r>
          <a:endParaRPr lang="en-US"/>
        </a:p>
      </dgm:t>
    </dgm:pt>
    <dgm:pt modelId="{EC94D9F4-E176-48D7-8AFA-D9AB3677F458}" type="parTrans" cxnId="{EE1D068A-3F70-4A19-99BC-0A538D0A99A4}">
      <dgm:prSet/>
      <dgm:spPr/>
      <dgm:t>
        <a:bodyPr/>
        <a:lstStyle/>
        <a:p>
          <a:endParaRPr lang="en-US"/>
        </a:p>
      </dgm:t>
    </dgm:pt>
    <dgm:pt modelId="{8AA48529-1369-4F22-9D64-B0BE83AE15AB}" type="sibTrans" cxnId="{EE1D068A-3F70-4A19-99BC-0A538D0A99A4}">
      <dgm:prSet/>
      <dgm:spPr/>
      <dgm:t>
        <a:bodyPr/>
        <a:lstStyle/>
        <a:p>
          <a:endParaRPr lang="en-US"/>
        </a:p>
      </dgm:t>
    </dgm:pt>
    <dgm:pt modelId="{99477EC1-343E-452A-BBE2-B31C8CE6BBB3}" type="pres">
      <dgm:prSet presAssocID="{905F4F2B-FC73-43B5-9F86-F35DC2B60A86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660911-B762-4844-8960-767F364A189F}" type="pres">
      <dgm:prSet presAssocID="{04566853-344A-42BB-8BAF-8562E1459C29}" presName="compNode" presStyleCnt="0"/>
      <dgm:spPr/>
    </dgm:pt>
    <dgm:pt modelId="{09164506-6B82-4D2D-A104-9506F09DBD26}" type="pres">
      <dgm:prSet presAssocID="{04566853-344A-42BB-8BAF-8562E1459C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157D481-63F4-433D-9547-B902CABE691F}" type="pres">
      <dgm:prSet presAssocID="{04566853-344A-42BB-8BAF-8562E1459C29}" presName="spaceRect" presStyleCnt="0"/>
      <dgm:spPr/>
    </dgm:pt>
    <dgm:pt modelId="{D32BB36E-E464-466E-A666-0B341983B133}" type="pres">
      <dgm:prSet presAssocID="{04566853-344A-42BB-8BAF-8562E1459C29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F6929D2-402A-4CC3-97EE-08E7E1E8DE14}" type="pres">
      <dgm:prSet presAssocID="{EC38BFDE-624F-4DE8-8034-B0B585B5E05B}" presName="sibTrans" presStyleCnt="0"/>
      <dgm:spPr/>
    </dgm:pt>
    <dgm:pt modelId="{314FF70B-F1B1-4BB9-A73F-53547F6E6594}" type="pres">
      <dgm:prSet presAssocID="{B3972EDA-9581-4501-AB61-9E7133639011}" presName="compNode" presStyleCnt="0"/>
      <dgm:spPr/>
    </dgm:pt>
    <dgm:pt modelId="{18352847-3345-44A0-A6B4-E89E3FE9EA38}" type="pres">
      <dgm:prSet presAssocID="{B3972EDA-9581-4501-AB61-9E71336390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108CB2E-2AAA-4240-8313-46C38FD1005D}" type="pres">
      <dgm:prSet presAssocID="{B3972EDA-9581-4501-AB61-9E7133639011}" presName="spaceRect" presStyleCnt="0"/>
      <dgm:spPr/>
    </dgm:pt>
    <dgm:pt modelId="{83E713B1-B77E-4FA7-B3B9-1F48A5844B44}" type="pres">
      <dgm:prSet presAssocID="{B3972EDA-9581-4501-AB61-9E7133639011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C4A16222-53B5-47E7-97F7-B36ED4CB8023}" type="pres">
      <dgm:prSet presAssocID="{2AD9323E-4094-4E30-8614-69F3F7A384AF}" presName="sibTrans" presStyleCnt="0"/>
      <dgm:spPr/>
    </dgm:pt>
    <dgm:pt modelId="{C2D64F64-1FF7-42EE-B225-530BE8DA7313}" type="pres">
      <dgm:prSet presAssocID="{25054B43-E3A4-4979-B5B3-7259BCB8624E}" presName="compNode" presStyleCnt="0"/>
      <dgm:spPr/>
    </dgm:pt>
    <dgm:pt modelId="{8296E9D4-5BF6-42FF-B8E4-82BB327EDED3}" type="pres">
      <dgm:prSet presAssocID="{25054B43-E3A4-4979-B5B3-7259BCB862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E4CDE632-1676-4890-8026-52D5730CA204}" type="pres">
      <dgm:prSet presAssocID="{25054B43-E3A4-4979-B5B3-7259BCB8624E}" presName="spaceRect" presStyleCnt="0"/>
      <dgm:spPr/>
    </dgm:pt>
    <dgm:pt modelId="{9FA6A4DF-017E-4427-9327-73C37EE4C9A5}" type="pres">
      <dgm:prSet presAssocID="{25054B43-E3A4-4979-B5B3-7259BCB8624E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6A7FB52-A31F-4F6B-9759-8C7A6070AD9F}" type="pres">
      <dgm:prSet presAssocID="{83144785-24D4-4B59-8EAE-A45B370CC861}" presName="sibTrans" presStyleCnt="0"/>
      <dgm:spPr/>
    </dgm:pt>
    <dgm:pt modelId="{08D61DAE-286E-45CE-A54B-E822D058EC51}" type="pres">
      <dgm:prSet presAssocID="{A3D50122-1EDD-4122-B38C-ED0F24953D4B}" presName="compNode" presStyleCnt="0"/>
      <dgm:spPr/>
    </dgm:pt>
    <dgm:pt modelId="{DC978B99-17BE-476E-B405-F935571B12E2}" type="pres">
      <dgm:prSet presAssocID="{A3D50122-1EDD-4122-B38C-ED0F24953D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EB54955-E0F8-44AD-809B-96C4ACA5E32E}" type="pres">
      <dgm:prSet presAssocID="{A3D50122-1EDD-4122-B38C-ED0F24953D4B}" presName="spaceRect" presStyleCnt="0"/>
      <dgm:spPr/>
    </dgm:pt>
    <dgm:pt modelId="{2759954B-31FD-418A-8265-187659017748}" type="pres">
      <dgm:prSet presAssocID="{A3D50122-1EDD-4122-B38C-ED0F24953D4B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3E3C12-9C75-4768-AE18-014966C1BE3F}" srcId="{905F4F2B-FC73-43B5-9F86-F35DC2B60A86}" destId="{04566853-344A-42BB-8BAF-8562E1459C29}" srcOrd="0" destOrd="0" parTransId="{5C9B7D8A-FA42-4F8D-BA45-944278A42F55}" sibTransId="{EC38BFDE-624F-4DE8-8034-B0B585B5E05B}"/>
    <dgm:cxn modelId="{0F9B2B47-5D54-48D1-AA9B-866BA4624DE4}" type="presOf" srcId="{25054B43-E3A4-4979-B5B3-7259BCB8624E}" destId="{9FA6A4DF-017E-4427-9327-73C37EE4C9A5}" srcOrd="0" destOrd="0" presId="urn:microsoft.com/office/officeart/2018/2/layout/IconLabelList"/>
    <dgm:cxn modelId="{15291361-EBA1-4921-B88B-43B95A0C0CE2}" type="presOf" srcId="{905F4F2B-FC73-43B5-9F86-F35DC2B60A86}" destId="{99477EC1-343E-452A-BBE2-B31C8CE6BBB3}" srcOrd="0" destOrd="0" presId="urn:microsoft.com/office/officeart/2018/2/layout/IconLabelList"/>
    <dgm:cxn modelId="{EE1D068A-3F70-4A19-99BC-0A538D0A99A4}" srcId="{905F4F2B-FC73-43B5-9F86-F35DC2B60A86}" destId="{A3D50122-1EDD-4122-B38C-ED0F24953D4B}" srcOrd="3" destOrd="0" parTransId="{EC94D9F4-E176-48D7-8AFA-D9AB3677F458}" sibTransId="{8AA48529-1369-4F22-9D64-B0BE83AE15AB}"/>
    <dgm:cxn modelId="{E0611E9D-A17C-4219-B4CE-7F62A33F40B9}" type="presOf" srcId="{B3972EDA-9581-4501-AB61-9E7133639011}" destId="{83E713B1-B77E-4FA7-B3B9-1F48A5844B44}" srcOrd="0" destOrd="0" presId="urn:microsoft.com/office/officeart/2018/2/layout/IconLabelList"/>
    <dgm:cxn modelId="{95FAF292-5865-4DA6-9A30-544F5A620CB9}" srcId="{905F4F2B-FC73-43B5-9F86-F35DC2B60A86}" destId="{25054B43-E3A4-4979-B5B3-7259BCB8624E}" srcOrd="2" destOrd="0" parTransId="{0CCF0A26-D266-43A1-9AD2-4756FC63989E}" sibTransId="{83144785-24D4-4B59-8EAE-A45B370CC861}"/>
    <dgm:cxn modelId="{F759E2AB-814B-479C-B805-E8629D58C42F}" type="presOf" srcId="{04566853-344A-42BB-8BAF-8562E1459C29}" destId="{D32BB36E-E464-466E-A666-0B341983B133}" srcOrd="0" destOrd="0" presId="urn:microsoft.com/office/officeart/2018/2/layout/IconLabelList"/>
    <dgm:cxn modelId="{7EBF17C8-AE89-4A5B-ADF6-134015C13FCF}" type="presOf" srcId="{A3D50122-1EDD-4122-B38C-ED0F24953D4B}" destId="{2759954B-31FD-418A-8265-187659017748}" srcOrd="0" destOrd="0" presId="urn:microsoft.com/office/officeart/2018/2/layout/IconLabelList"/>
    <dgm:cxn modelId="{1AC30B87-8EBB-40DC-83D5-BBB79767E429}" srcId="{905F4F2B-FC73-43B5-9F86-F35DC2B60A86}" destId="{B3972EDA-9581-4501-AB61-9E7133639011}" srcOrd="1" destOrd="0" parTransId="{61C5E335-215C-4E6E-AB9A-F59D2EDDFB11}" sibTransId="{2AD9323E-4094-4E30-8614-69F3F7A384AF}"/>
    <dgm:cxn modelId="{6CCD6295-9B45-4583-B5F0-BC16EAEB0E12}" type="presParOf" srcId="{99477EC1-343E-452A-BBE2-B31C8CE6BBB3}" destId="{E4660911-B762-4844-8960-767F364A189F}" srcOrd="0" destOrd="0" presId="urn:microsoft.com/office/officeart/2018/2/layout/IconLabelList"/>
    <dgm:cxn modelId="{AC8AF943-A7EC-481C-B73D-8C8444535BF4}" type="presParOf" srcId="{E4660911-B762-4844-8960-767F364A189F}" destId="{09164506-6B82-4D2D-A104-9506F09DBD26}" srcOrd="0" destOrd="0" presId="urn:microsoft.com/office/officeart/2018/2/layout/IconLabelList"/>
    <dgm:cxn modelId="{4B62388A-A033-4997-8D83-75317B8796B3}" type="presParOf" srcId="{E4660911-B762-4844-8960-767F364A189F}" destId="{F157D481-63F4-433D-9547-B902CABE691F}" srcOrd="1" destOrd="0" presId="urn:microsoft.com/office/officeart/2018/2/layout/IconLabelList"/>
    <dgm:cxn modelId="{40CB14DB-938E-41C3-893C-0561514E3A67}" type="presParOf" srcId="{E4660911-B762-4844-8960-767F364A189F}" destId="{D32BB36E-E464-466E-A666-0B341983B133}" srcOrd="2" destOrd="0" presId="urn:microsoft.com/office/officeart/2018/2/layout/IconLabelList"/>
    <dgm:cxn modelId="{8D371D9D-7CD7-4429-A5A9-CB8EE2439609}" type="presParOf" srcId="{99477EC1-343E-452A-BBE2-B31C8CE6BBB3}" destId="{BF6929D2-402A-4CC3-97EE-08E7E1E8DE14}" srcOrd="1" destOrd="0" presId="urn:microsoft.com/office/officeart/2018/2/layout/IconLabelList"/>
    <dgm:cxn modelId="{6A43674B-F770-42A7-AE50-5B9F42A182D1}" type="presParOf" srcId="{99477EC1-343E-452A-BBE2-B31C8CE6BBB3}" destId="{314FF70B-F1B1-4BB9-A73F-53547F6E6594}" srcOrd="2" destOrd="0" presId="urn:microsoft.com/office/officeart/2018/2/layout/IconLabelList"/>
    <dgm:cxn modelId="{3CAC2D94-B971-4514-80FF-00533688C5F4}" type="presParOf" srcId="{314FF70B-F1B1-4BB9-A73F-53547F6E6594}" destId="{18352847-3345-44A0-A6B4-E89E3FE9EA38}" srcOrd="0" destOrd="0" presId="urn:microsoft.com/office/officeart/2018/2/layout/IconLabelList"/>
    <dgm:cxn modelId="{4B505CCD-DE66-47A7-B143-57058E497B9B}" type="presParOf" srcId="{314FF70B-F1B1-4BB9-A73F-53547F6E6594}" destId="{1108CB2E-2AAA-4240-8313-46C38FD1005D}" srcOrd="1" destOrd="0" presId="urn:microsoft.com/office/officeart/2018/2/layout/IconLabelList"/>
    <dgm:cxn modelId="{94E41732-08C4-4441-89C6-386F4E7C7827}" type="presParOf" srcId="{314FF70B-F1B1-4BB9-A73F-53547F6E6594}" destId="{83E713B1-B77E-4FA7-B3B9-1F48A5844B44}" srcOrd="2" destOrd="0" presId="urn:microsoft.com/office/officeart/2018/2/layout/IconLabelList"/>
    <dgm:cxn modelId="{7D609A21-CAD5-4FD5-A151-0F34050697DF}" type="presParOf" srcId="{99477EC1-343E-452A-BBE2-B31C8CE6BBB3}" destId="{C4A16222-53B5-47E7-97F7-B36ED4CB8023}" srcOrd="3" destOrd="0" presId="urn:microsoft.com/office/officeart/2018/2/layout/IconLabelList"/>
    <dgm:cxn modelId="{E26FBAFB-ABAB-4608-93FB-D96955C6E614}" type="presParOf" srcId="{99477EC1-343E-452A-BBE2-B31C8CE6BBB3}" destId="{C2D64F64-1FF7-42EE-B225-530BE8DA7313}" srcOrd="4" destOrd="0" presId="urn:microsoft.com/office/officeart/2018/2/layout/IconLabelList"/>
    <dgm:cxn modelId="{6DB9C11B-BD5B-4892-BF30-E190D6144C52}" type="presParOf" srcId="{C2D64F64-1FF7-42EE-B225-530BE8DA7313}" destId="{8296E9D4-5BF6-42FF-B8E4-82BB327EDED3}" srcOrd="0" destOrd="0" presId="urn:microsoft.com/office/officeart/2018/2/layout/IconLabelList"/>
    <dgm:cxn modelId="{F797CE83-CD7D-4FA7-9173-EE92F9E439BA}" type="presParOf" srcId="{C2D64F64-1FF7-42EE-B225-530BE8DA7313}" destId="{E4CDE632-1676-4890-8026-52D5730CA204}" srcOrd="1" destOrd="0" presId="urn:microsoft.com/office/officeart/2018/2/layout/IconLabelList"/>
    <dgm:cxn modelId="{5083C6FB-9BE9-4258-A9D2-2536F0D9654F}" type="presParOf" srcId="{C2D64F64-1FF7-42EE-B225-530BE8DA7313}" destId="{9FA6A4DF-017E-4427-9327-73C37EE4C9A5}" srcOrd="2" destOrd="0" presId="urn:microsoft.com/office/officeart/2018/2/layout/IconLabelList"/>
    <dgm:cxn modelId="{933492B3-EE0F-43BF-B1A8-581F725D6E33}" type="presParOf" srcId="{99477EC1-343E-452A-BBE2-B31C8CE6BBB3}" destId="{F6A7FB52-A31F-4F6B-9759-8C7A6070AD9F}" srcOrd="5" destOrd="0" presId="urn:microsoft.com/office/officeart/2018/2/layout/IconLabelList"/>
    <dgm:cxn modelId="{3343B6F9-2307-4537-9CE9-A19357A4DA61}" type="presParOf" srcId="{99477EC1-343E-452A-BBE2-B31C8CE6BBB3}" destId="{08D61DAE-286E-45CE-A54B-E822D058EC51}" srcOrd="6" destOrd="0" presId="urn:microsoft.com/office/officeart/2018/2/layout/IconLabelList"/>
    <dgm:cxn modelId="{FC1B7B00-63E4-43A8-92FA-B2047CAD23B3}" type="presParOf" srcId="{08D61DAE-286E-45CE-A54B-E822D058EC51}" destId="{DC978B99-17BE-476E-B405-F935571B12E2}" srcOrd="0" destOrd="0" presId="urn:microsoft.com/office/officeart/2018/2/layout/IconLabelList"/>
    <dgm:cxn modelId="{46DB047D-E79D-4A6A-A659-621CCF1CE44B}" type="presParOf" srcId="{08D61DAE-286E-45CE-A54B-E822D058EC51}" destId="{8EB54955-E0F8-44AD-809B-96C4ACA5E32E}" srcOrd="1" destOrd="0" presId="urn:microsoft.com/office/officeart/2018/2/layout/IconLabelList"/>
    <dgm:cxn modelId="{EF96710E-E9DE-4360-AF18-A0FF96065C3C}" type="presParOf" srcId="{08D61DAE-286E-45CE-A54B-E822D058EC51}" destId="{2759954B-31FD-418A-8265-18765901774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2B420A-A340-4DB6-9F01-45242ACF9784}">
      <dsp:nvSpPr>
        <dsp:cNvPr id="0" name=""/>
        <dsp:cNvSpPr/>
      </dsp:nvSpPr>
      <dsp:spPr>
        <a:xfrm>
          <a:off x="880398" y="463374"/>
          <a:ext cx="810000" cy="81000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70008-EC13-4E26-9665-3F7127DD6FD8}">
      <dsp:nvSpPr>
        <dsp:cNvPr id="0" name=""/>
        <dsp:cNvSpPr/>
      </dsp:nvSpPr>
      <dsp:spPr>
        <a:xfrm>
          <a:off x="385398" y="1710157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 dirty="0"/>
            <a:t>Asset Management and </a:t>
          </a:r>
          <a:r>
            <a:rPr lang="en-US" sz="1100" b="1" i="0" kern="1200" baseline="0" dirty="0" smtClean="0"/>
            <a:t>Tracking: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0" i="0" kern="1200" baseline="0" dirty="0" smtClean="0"/>
            <a:t>Centralizes </a:t>
          </a:r>
          <a:r>
            <a:rPr lang="en-US" sz="1100" b="0" i="0" kern="1200" baseline="0" dirty="0"/>
            <a:t>the management of facility assets such as equipment, furniture, and infrastructure. This helps in maintaining an inventory, monitoring performance, and planning for replacements or upgrades.</a:t>
          </a:r>
          <a:endParaRPr lang="en-US" sz="1100" kern="1200" dirty="0"/>
        </a:p>
      </dsp:txBody>
      <dsp:txXfrm>
        <a:off x="385398" y="1710157"/>
        <a:ext cx="1800000" cy="1665000"/>
      </dsp:txXfrm>
    </dsp:sp>
    <dsp:sp modelId="{86ACDD29-9FBB-43C8-94B1-98C7DA4D752A}">
      <dsp:nvSpPr>
        <dsp:cNvPr id="0" name=""/>
        <dsp:cNvSpPr/>
      </dsp:nvSpPr>
      <dsp:spPr>
        <a:xfrm>
          <a:off x="2995399" y="463374"/>
          <a:ext cx="810000" cy="81000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37C0C-999E-4144-8944-A8DC57EB4654}">
      <dsp:nvSpPr>
        <dsp:cNvPr id="0" name=""/>
        <dsp:cNvSpPr/>
      </dsp:nvSpPr>
      <dsp:spPr>
        <a:xfrm>
          <a:off x="2500399" y="1710157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 dirty="0" smtClean="0"/>
            <a:t>Space Optimization</a:t>
          </a:r>
          <a:r>
            <a:rPr lang="en-US" sz="1100" b="0" i="0" kern="1200" baseline="0" dirty="0" smtClean="0"/>
            <a:t>: Analyzes </a:t>
          </a:r>
          <a:r>
            <a:rPr lang="en-US" sz="1100" b="0" i="0" kern="1200" baseline="0" dirty="0"/>
            <a:t>space usage to maximize the efficiency of available real estate, helping organizations use space effectively and reduce underutilization.</a:t>
          </a:r>
          <a:endParaRPr lang="en-US" sz="1100" kern="1200" dirty="0"/>
        </a:p>
      </dsp:txBody>
      <dsp:txXfrm>
        <a:off x="2500399" y="1710157"/>
        <a:ext cx="1800000" cy="1665000"/>
      </dsp:txXfrm>
    </dsp:sp>
    <dsp:sp modelId="{966606F6-2ACA-4EE3-BE30-ECDA13D26BCD}">
      <dsp:nvSpPr>
        <dsp:cNvPr id="0" name=""/>
        <dsp:cNvSpPr/>
      </dsp:nvSpPr>
      <dsp:spPr>
        <a:xfrm>
          <a:off x="5110399" y="463374"/>
          <a:ext cx="810000" cy="81000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364BD-33A8-415E-B989-52F3445CD730}">
      <dsp:nvSpPr>
        <dsp:cNvPr id="0" name=""/>
        <dsp:cNvSpPr/>
      </dsp:nvSpPr>
      <dsp:spPr>
        <a:xfrm>
          <a:off x="4615399" y="1710157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Maintenance &amp; Operations</a:t>
          </a:r>
          <a:r>
            <a:rPr lang="en-US" sz="1100" b="0" i="0" kern="1200" baseline="0"/>
            <a:t>: Automates maintenance schedules, tracks work orders, and integrates with building automation systems to minimize downtime and ensure smooth operations.</a:t>
          </a:r>
          <a:endParaRPr lang="en-US" sz="1100" kern="1200"/>
        </a:p>
      </dsp:txBody>
      <dsp:txXfrm>
        <a:off x="4615399" y="1710157"/>
        <a:ext cx="1800000" cy="1665000"/>
      </dsp:txXfrm>
    </dsp:sp>
    <dsp:sp modelId="{C12A1F88-2CD0-4EFE-A08F-0E04C7C15CE3}">
      <dsp:nvSpPr>
        <dsp:cNvPr id="0" name=""/>
        <dsp:cNvSpPr/>
      </dsp:nvSpPr>
      <dsp:spPr>
        <a:xfrm>
          <a:off x="7225399" y="46337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6B1BA-BE7E-4481-B8B9-4C2BA3AF9450}">
      <dsp:nvSpPr>
        <dsp:cNvPr id="0" name=""/>
        <dsp:cNvSpPr/>
      </dsp:nvSpPr>
      <dsp:spPr>
        <a:xfrm>
          <a:off x="6730399" y="1710157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Energy and Sustainability</a:t>
          </a:r>
          <a:r>
            <a:rPr lang="en-US" sz="1100" b="0" i="0" kern="1200" baseline="0"/>
            <a:t>: Tracks energy usage, implements sustainability initiatives, and provides insights on reducing operational costs while achieving environmental goals.</a:t>
          </a:r>
          <a:endParaRPr lang="en-US" sz="1100" kern="1200"/>
        </a:p>
      </dsp:txBody>
      <dsp:txXfrm>
        <a:off x="6730399" y="1710157"/>
        <a:ext cx="1800000" cy="1665000"/>
      </dsp:txXfrm>
    </dsp:sp>
    <dsp:sp modelId="{FF9CE0CD-B37E-4FA9-8ABF-69ED27CBBE93}">
      <dsp:nvSpPr>
        <dsp:cNvPr id="0" name=""/>
        <dsp:cNvSpPr/>
      </dsp:nvSpPr>
      <dsp:spPr>
        <a:xfrm>
          <a:off x="9340399" y="463374"/>
          <a:ext cx="810000" cy="810000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5D8F6-DB5C-4A9C-9B3F-453368A906EB}">
      <dsp:nvSpPr>
        <dsp:cNvPr id="0" name=""/>
        <dsp:cNvSpPr/>
      </dsp:nvSpPr>
      <dsp:spPr>
        <a:xfrm>
          <a:off x="8845399" y="1710157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Reporting &amp; Analytics</a:t>
          </a:r>
          <a:r>
            <a:rPr lang="en-US" sz="1100" b="0" i="0" kern="1200" baseline="0"/>
            <a:t>: Provides actionable insights through data analysis, helping facility managers make informed decisions and improve overall performance. </a:t>
          </a:r>
          <a:endParaRPr lang="en-US" sz="1100" kern="1200"/>
        </a:p>
      </dsp:txBody>
      <dsp:txXfrm>
        <a:off x="8845399" y="1710157"/>
        <a:ext cx="1800000" cy="166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B2559-F0EE-4122-B58C-0479446BC146}">
      <dsp:nvSpPr>
        <dsp:cNvPr id="0" name=""/>
        <dsp:cNvSpPr/>
      </dsp:nvSpPr>
      <dsp:spPr>
        <a:xfrm>
          <a:off x="0" y="1577"/>
          <a:ext cx="9999399" cy="799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5C335-F989-4243-9059-B4C87A1F0F2F}">
      <dsp:nvSpPr>
        <dsp:cNvPr id="0" name=""/>
        <dsp:cNvSpPr/>
      </dsp:nvSpPr>
      <dsp:spPr>
        <a:xfrm>
          <a:off x="241859" y="181473"/>
          <a:ext cx="439745" cy="439745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F3FFA-F0CC-41E9-A1A9-F8029D6FEEF4}">
      <dsp:nvSpPr>
        <dsp:cNvPr id="0" name=""/>
        <dsp:cNvSpPr/>
      </dsp:nvSpPr>
      <dsp:spPr>
        <a:xfrm>
          <a:off x="923464" y="1577"/>
          <a:ext cx="9075934" cy="799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618" tIns="84618" rIns="84618" bIns="8461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Organizational </a:t>
          </a:r>
          <a:r>
            <a:rPr lang="en-US" sz="1400" b="1" i="0" kern="1200" baseline="0" dirty="0" smtClean="0"/>
            <a:t>Readiness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baseline="0" dirty="0" smtClean="0"/>
            <a:t>Evaluate </a:t>
          </a:r>
          <a:r>
            <a:rPr lang="en-US" sz="1400" b="0" i="0" kern="1200" baseline="0" dirty="0"/>
            <a:t>if the organization is prepared for the change in processes and technology. This includes assessing resource availability, staff skills, and technology infrastructure.</a:t>
          </a:r>
          <a:endParaRPr lang="en-US" sz="1400" kern="1200" dirty="0"/>
        </a:p>
      </dsp:txBody>
      <dsp:txXfrm>
        <a:off x="923464" y="1577"/>
        <a:ext cx="9075934" cy="799536"/>
      </dsp:txXfrm>
    </dsp:sp>
    <dsp:sp modelId="{C3708F13-B6A4-43D2-ADE8-AC8224A4572F}">
      <dsp:nvSpPr>
        <dsp:cNvPr id="0" name=""/>
        <dsp:cNvSpPr/>
      </dsp:nvSpPr>
      <dsp:spPr>
        <a:xfrm>
          <a:off x="0" y="1000998"/>
          <a:ext cx="9999399" cy="799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6151F-DDD1-447A-91EA-B5B08C5D7333}">
      <dsp:nvSpPr>
        <dsp:cNvPr id="0" name=""/>
        <dsp:cNvSpPr/>
      </dsp:nvSpPr>
      <dsp:spPr>
        <a:xfrm>
          <a:off x="241859" y="1180893"/>
          <a:ext cx="439745" cy="439745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64060-38C3-42A6-91A6-46069129A0E8}">
      <dsp:nvSpPr>
        <dsp:cNvPr id="0" name=""/>
        <dsp:cNvSpPr/>
      </dsp:nvSpPr>
      <dsp:spPr>
        <a:xfrm>
          <a:off x="923464" y="1000998"/>
          <a:ext cx="9075934" cy="799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618" tIns="84618" rIns="84618" bIns="8461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Scope of </a:t>
          </a:r>
          <a:r>
            <a:rPr lang="en-US" sz="1400" b="1" i="0" kern="1200" baseline="0" dirty="0" smtClean="0"/>
            <a:t>Implementation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baseline="0" dirty="0" smtClean="0"/>
            <a:t>Clearly </a:t>
          </a:r>
          <a:r>
            <a:rPr lang="en-US" sz="1400" b="0" i="0" kern="1200" baseline="0" dirty="0"/>
            <a:t>define which facilities, assets, and services will be covered by the FMS, and set measurable objectives.</a:t>
          </a:r>
          <a:endParaRPr lang="en-US" sz="1400" kern="1200" dirty="0"/>
        </a:p>
      </dsp:txBody>
      <dsp:txXfrm>
        <a:off x="923464" y="1000998"/>
        <a:ext cx="9075934" cy="799536"/>
      </dsp:txXfrm>
    </dsp:sp>
    <dsp:sp modelId="{EBB4FC64-42A6-4551-B8D6-96B5BFC130B7}">
      <dsp:nvSpPr>
        <dsp:cNvPr id="0" name=""/>
        <dsp:cNvSpPr/>
      </dsp:nvSpPr>
      <dsp:spPr>
        <a:xfrm>
          <a:off x="0" y="2000418"/>
          <a:ext cx="9999399" cy="799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910F1-6930-4F00-9743-76DA0E9236D5}">
      <dsp:nvSpPr>
        <dsp:cNvPr id="0" name=""/>
        <dsp:cNvSpPr/>
      </dsp:nvSpPr>
      <dsp:spPr>
        <a:xfrm>
          <a:off x="241859" y="2180314"/>
          <a:ext cx="439745" cy="439745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E601D-2EB3-4D71-8E45-C04628A1A6E1}">
      <dsp:nvSpPr>
        <dsp:cNvPr id="0" name=""/>
        <dsp:cNvSpPr/>
      </dsp:nvSpPr>
      <dsp:spPr>
        <a:xfrm>
          <a:off x="923464" y="2000418"/>
          <a:ext cx="9075934" cy="799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618" tIns="84618" rIns="84618" bIns="8461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Integration with Existing </a:t>
          </a:r>
          <a:r>
            <a:rPr lang="en-US" sz="1400" b="1" i="0" kern="1200" baseline="0" dirty="0" smtClean="0"/>
            <a:t>Systems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baseline="0" dirty="0" smtClean="0"/>
            <a:t>Ensure </a:t>
          </a:r>
          <a:r>
            <a:rPr lang="en-US" sz="1400" b="0" i="0" kern="1200" baseline="0" dirty="0"/>
            <a:t>the FMS can seamlessly integrate with existing building automation systems (BAS), Enterprise Resource Planning (ERP), and other management tools.</a:t>
          </a:r>
          <a:endParaRPr lang="en-US" sz="1400" kern="1200" dirty="0"/>
        </a:p>
      </dsp:txBody>
      <dsp:txXfrm>
        <a:off x="923464" y="2000418"/>
        <a:ext cx="9075934" cy="799536"/>
      </dsp:txXfrm>
    </dsp:sp>
    <dsp:sp modelId="{92A48CD8-88AC-4EFF-AC31-93E50BF9AD18}">
      <dsp:nvSpPr>
        <dsp:cNvPr id="0" name=""/>
        <dsp:cNvSpPr/>
      </dsp:nvSpPr>
      <dsp:spPr>
        <a:xfrm>
          <a:off x="0" y="2999839"/>
          <a:ext cx="9999399" cy="799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996C7-4FE4-4CB1-9F02-38D27B83AA27}">
      <dsp:nvSpPr>
        <dsp:cNvPr id="0" name=""/>
        <dsp:cNvSpPr/>
      </dsp:nvSpPr>
      <dsp:spPr>
        <a:xfrm>
          <a:off x="241859" y="3179734"/>
          <a:ext cx="439745" cy="439745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515FD-70FB-450C-AB8F-4309C09444E4}">
      <dsp:nvSpPr>
        <dsp:cNvPr id="0" name=""/>
        <dsp:cNvSpPr/>
      </dsp:nvSpPr>
      <dsp:spPr>
        <a:xfrm>
          <a:off x="923464" y="2999839"/>
          <a:ext cx="9075934" cy="799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618" tIns="84618" rIns="84618" bIns="8461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Change </a:t>
          </a:r>
          <a:r>
            <a:rPr lang="en-US" sz="1400" b="1" i="0" kern="1200" baseline="0" dirty="0" smtClean="0"/>
            <a:t>Management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baseline="0" dirty="0" smtClean="0"/>
            <a:t>Engage </a:t>
          </a:r>
          <a:r>
            <a:rPr lang="en-US" sz="1400" b="0" i="0" kern="1200" baseline="0" dirty="0"/>
            <a:t>stakeholders early, train users effectively, and plan for ongoing support to ensure successful adoption. </a:t>
          </a:r>
          <a:endParaRPr lang="en-US" sz="1400" kern="1200" dirty="0"/>
        </a:p>
      </dsp:txBody>
      <dsp:txXfrm>
        <a:off x="923464" y="2999839"/>
        <a:ext cx="9075934" cy="799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D097C-BD11-4116-B662-DAC922F9C5FF}">
      <dsp:nvSpPr>
        <dsp:cNvPr id="0" name=""/>
        <dsp:cNvSpPr/>
      </dsp:nvSpPr>
      <dsp:spPr>
        <a:xfrm>
          <a:off x="474836" y="744888"/>
          <a:ext cx="773613" cy="77361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43724-ADE9-4140-B5EB-29E6AFF682EE}">
      <dsp:nvSpPr>
        <dsp:cNvPr id="0" name=""/>
        <dsp:cNvSpPr/>
      </dsp:nvSpPr>
      <dsp:spPr>
        <a:xfrm>
          <a:off x="2072" y="1829564"/>
          <a:ext cx="1719140" cy="988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 dirty="0"/>
            <a:t>Improved Operational Efficiency</a:t>
          </a:r>
          <a:r>
            <a:rPr lang="en-US" sz="1100" b="0" i="0" kern="1200" baseline="0" dirty="0"/>
            <a:t>: Automation and streamlined processes increase productivity by reducing the manual workload for facility managers.</a:t>
          </a:r>
          <a:endParaRPr lang="en-US" sz="1100" kern="1200" dirty="0"/>
        </a:p>
      </dsp:txBody>
      <dsp:txXfrm>
        <a:off x="2072" y="1829564"/>
        <a:ext cx="1719140" cy="988505"/>
      </dsp:txXfrm>
    </dsp:sp>
    <dsp:sp modelId="{54E56DC1-0F38-46E0-A34C-CCE335D07A5E}">
      <dsp:nvSpPr>
        <dsp:cNvPr id="0" name=""/>
        <dsp:cNvSpPr/>
      </dsp:nvSpPr>
      <dsp:spPr>
        <a:xfrm>
          <a:off x="2494826" y="744888"/>
          <a:ext cx="773613" cy="773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54E77-AB9F-4AEA-92C2-9E14717B39B3}">
      <dsp:nvSpPr>
        <dsp:cNvPr id="0" name=""/>
        <dsp:cNvSpPr/>
      </dsp:nvSpPr>
      <dsp:spPr>
        <a:xfrm>
          <a:off x="2022062" y="1829564"/>
          <a:ext cx="1719140" cy="988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Cost Savings</a:t>
          </a:r>
          <a:r>
            <a:rPr lang="en-US" sz="1100" b="0" i="0" kern="1200" baseline="0"/>
            <a:t>: By optimizing maintenance schedules, energy usage, and space utilization, FMS help reduce operational costs significantly.</a:t>
          </a:r>
          <a:endParaRPr lang="en-US" sz="1100" kern="1200"/>
        </a:p>
      </dsp:txBody>
      <dsp:txXfrm>
        <a:off x="2022062" y="1829564"/>
        <a:ext cx="1719140" cy="988505"/>
      </dsp:txXfrm>
    </dsp:sp>
    <dsp:sp modelId="{112B406B-98B8-47A8-BC0A-7A3206796FBE}">
      <dsp:nvSpPr>
        <dsp:cNvPr id="0" name=""/>
        <dsp:cNvSpPr/>
      </dsp:nvSpPr>
      <dsp:spPr>
        <a:xfrm>
          <a:off x="4514816" y="744888"/>
          <a:ext cx="773613" cy="773613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018B2-686B-432C-AE2F-CC04C1422CB9}">
      <dsp:nvSpPr>
        <dsp:cNvPr id="0" name=""/>
        <dsp:cNvSpPr/>
      </dsp:nvSpPr>
      <dsp:spPr>
        <a:xfrm>
          <a:off x="4042053" y="1829564"/>
          <a:ext cx="1719140" cy="988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Enhanced Compliance</a:t>
          </a:r>
          <a:r>
            <a:rPr lang="en-US" sz="1100" b="0" i="0" kern="1200" baseline="0"/>
            <a:t>: FMS assist in staying compliant with safety regulations, energy usage laws, and other standards by providing tools for regular checks and audits.</a:t>
          </a:r>
          <a:endParaRPr lang="en-US" sz="1100" kern="1200"/>
        </a:p>
      </dsp:txBody>
      <dsp:txXfrm>
        <a:off x="4042053" y="1829564"/>
        <a:ext cx="1719140" cy="988505"/>
      </dsp:txXfrm>
    </dsp:sp>
    <dsp:sp modelId="{2BF53F00-8A93-41B7-8000-CC9A2E6278ED}">
      <dsp:nvSpPr>
        <dsp:cNvPr id="0" name=""/>
        <dsp:cNvSpPr/>
      </dsp:nvSpPr>
      <dsp:spPr>
        <a:xfrm>
          <a:off x="6534807" y="744888"/>
          <a:ext cx="773613" cy="773613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5B3CB-5EE6-4EE1-A210-5A157C907DCD}">
      <dsp:nvSpPr>
        <dsp:cNvPr id="0" name=""/>
        <dsp:cNvSpPr/>
      </dsp:nvSpPr>
      <dsp:spPr>
        <a:xfrm>
          <a:off x="6062043" y="1829564"/>
          <a:ext cx="1719140" cy="988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Sustainability</a:t>
          </a:r>
          <a:r>
            <a:rPr lang="en-US" sz="1100" b="0" i="0" kern="1200" baseline="0"/>
            <a:t>: They enable monitoring of energy consumption and help implement greener practices by reducing waste and improving energy efficiency.</a:t>
          </a:r>
          <a:endParaRPr lang="en-US" sz="1100" kern="1200"/>
        </a:p>
      </dsp:txBody>
      <dsp:txXfrm>
        <a:off x="6062043" y="1829564"/>
        <a:ext cx="1719140" cy="988505"/>
      </dsp:txXfrm>
    </dsp:sp>
    <dsp:sp modelId="{BAD7BB17-A702-43F6-9C70-3A0EF3563840}">
      <dsp:nvSpPr>
        <dsp:cNvPr id="0" name=""/>
        <dsp:cNvSpPr/>
      </dsp:nvSpPr>
      <dsp:spPr>
        <a:xfrm>
          <a:off x="8554797" y="744888"/>
          <a:ext cx="773613" cy="773613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87680-9C11-4FC5-83BD-D698347508F2}">
      <dsp:nvSpPr>
        <dsp:cNvPr id="0" name=""/>
        <dsp:cNvSpPr/>
      </dsp:nvSpPr>
      <dsp:spPr>
        <a:xfrm>
          <a:off x="8082033" y="1829564"/>
          <a:ext cx="1719140" cy="988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Increased Occupant Satisfaction</a:t>
          </a:r>
          <a:r>
            <a:rPr lang="en-US" sz="1100" b="0" i="0" kern="1200" baseline="0"/>
            <a:t>: Optimized facilities contribute to better comfort, satisfaction, and productivity for the occupants. </a:t>
          </a:r>
          <a:endParaRPr lang="en-US" sz="1100" kern="1200"/>
        </a:p>
      </dsp:txBody>
      <dsp:txXfrm>
        <a:off x="8082033" y="1829564"/>
        <a:ext cx="1719140" cy="988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C149A-1743-4902-94A1-2A7723779FDE}">
      <dsp:nvSpPr>
        <dsp:cNvPr id="0" name=""/>
        <dsp:cNvSpPr/>
      </dsp:nvSpPr>
      <dsp:spPr>
        <a:xfrm>
          <a:off x="0" y="0"/>
          <a:ext cx="9275575" cy="973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/>
            <a:t>Data Quality &amp; Integrity</a:t>
          </a:r>
          <a:r>
            <a:rPr lang="en-US" sz="1900" b="0" i="0" kern="1200" baseline="0"/>
            <a:t>: Accurate, up-to-date data is essential for effective asset tracking. Inconsistent or incomplete asset data can lead to incorrect decisions.</a:t>
          </a:r>
          <a:endParaRPr lang="en-US" sz="1900" kern="1200"/>
        </a:p>
      </dsp:txBody>
      <dsp:txXfrm>
        <a:off x="28527" y="28527"/>
        <a:ext cx="8142255" cy="916941"/>
      </dsp:txXfrm>
    </dsp:sp>
    <dsp:sp modelId="{38B9493F-C09A-4DDB-9B84-6C365A1E05F6}">
      <dsp:nvSpPr>
        <dsp:cNvPr id="0" name=""/>
        <dsp:cNvSpPr/>
      </dsp:nvSpPr>
      <dsp:spPr>
        <a:xfrm>
          <a:off x="776829" y="1151086"/>
          <a:ext cx="9275575" cy="973995"/>
        </a:xfrm>
        <a:prstGeom prst="roundRect">
          <a:avLst>
            <a:gd name="adj" fmla="val 10000"/>
          </a:avLst>
        </a:prstGeom>
        <a:solidFill>
          <a:schemeClr val="accent2">
            <a:hueOff val="1847440"/>
            <a:satOff val="-318"/>
            <a:lumOff val="-32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/>
            <a:t>System Integration</a:t>
          </a:r>
          <a:r>
            <a:rPr lang="en-US" sz="1900" b="0" i="0" kern="1200" baseline="0"/>
            <a:t>: Integrating FMS Type A with existing systems (e.g., ERP, maintenance management) can be complex, requiring proper data synchronization and system compatibility.</a:t>
          </a:r>
          <a:endParaRPr lang="en-US" sz="1900" kern="1200"/>
        </a:p>
      </dsp:txBody>
      <dsp:txXfrm>
        <a:off x="805356" y="1179613"/>
        <a:ext cx="7808594" cy="916941"/>
      </dsp:txXfrm>
    </dsp:sp>
    <dsp:sp modelId="{B5537E97-548A-4345-BB10-F1A5F08F1C80}">
      <dsp:nvSpPr>
        <dsp:cNvPr id="0" name=""/>
        <dsp:cNvSpPr/>
      </dsp:nvSpPr>
      <dsp:spPr>
        <a:xfrm>
          <a:off x="1542064" y="2302172"/>
          <a:ext cx="9275575" cy="973995"/>
        </a:xfrm>
        <a:prstGeom prst="roundRect">
          <a:avLst>
            <a:gd name="adj" fmla="val 10000"/>
          </a:avLst>
        </a:prstGeom>
        <a:solidFill>
          <a:schemeClr val="accent2">
            <a:hueOff val="3694879"/>
            <a:satOff val="-635"/>
            <a:lumOff val="-65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/>
            <a:t>User Adoption</a:t>
          </a:r>
          <a:r>
            <a:rPr lang="en-US" sz="1900" b="0" i="0" kern="1200" baseline="0"/>
            <a:t>: Training staff and ensuring they use the system consistently can be difficult, especially in large facilities with many users.</a:t>
          </a:r>
          <a:endParaRPr lang="en-US" sz="1900" kern="1200"/>
        </a:p>
      </dsp:txBody>
      <dsp:txXfrm>
        <a:off x="1570591" y="2330699"/>
        <a:ext cx="7820188" cy="916941"/>
      </dsp:txXfrm>
    </dsp:sp>
    <dsp:sp modelId="{D425D04F-B5ED-4AA2-A83C-1608455F37E3}">
      <dsp:nvSpPr>
        <dsp:cNvPr id="0" name=""/>
        <dsp:cNvSpPr/>
      </dsp:nvSpPr>
      <dsp:spPr>
        <a:xfrm>
          <a:off x="2318893" y="3453258"/>
          <a:ext cx="9275575" cy="973995"/>
        </a:xfrm>
        <a:prstGeom prst="roundRect">
          <a:avLst>
            <a:gd name="adj" fmla="val 10000"/>
          </a:avLst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/>
            <a:t>Cost of Implementation</a:t>
          </a:r>
          <a:r>
            <a:rPr lang="en-US" sz="1900" b="0" i="0" kern="1200" baseline="0"/>
            <a:t>: The upfront costs of acquiring and customizing FMS Type A software can be significant, especially for smaller organizations. </a:t>
          </a:r>
          <a:endParaRPr lang="en-US" sz="1900" kern="1200"/>
        </a:p>
      </dsp:txBody>
      <dsp:txXfrm>
        <a:off x="2347420" y="3481785"/>
        <a:ext cx="7808594" cy="916941"/>
      </dsp:txXfrm>
    </dsp:sp>
    <dsp:sp modelId="{C32EF109-D6D1-4EE3-BFB3-DCA33C8A223F}">
      <dsp:nvSpPr>
        <dsp:cNvPr id="0" name=""/>
        <dsp:cNvSpPr/>
      </dsp:nvSpPr>
      <dsp:spPr>
        <a:xfrm>
          <a:off x="8642477" y="745992"/>
          <a:ext cx="633097" cy="6330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8784924" y="745992"/>
        <a:ext cx="348203" cy="476405"/>
      </dsp:txXfrm>
    </dsp:sp>
    <dsp:sp modelId="{6383DBEF-80BE-4584-B718-F41EF3D6E280}">
      <dsp:nvSpPr>
        <dsp:cNvPr id="0" name=""/>
        <dsp:cNvSpPr/>
      </dsp:nvSpPr>
      <dsp:spPr>
        <a:xfrm>
          <a:off x="9419307" y="1897078"/>
          <a:ext cx="633097" cy="6330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645942"/>
            <a:satOff val="-2703"/>
            <a:lumOff val="-96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645942"/>
              <a:satOff val="-2703"/>
              <a:lumOff val="-9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9561754" y="1897078"/>
        <a:ext cx="348203" cy="476405"/>
      </dsp:txXfrm>
    </dsp:sp>
    <dsp:sp modelId="{A12454D4-F939-4448-A470-F4F6DCF671A9}">
      <dsp:nvSpPr>
        <dsp:cNvPr id="0" name=""/>
        <dsp:cNvSpPr/>
      </dsp:nvSpPr>
      <dsp:spPr>
        <a:xfrm>
          <a:off x="10184542" y="3048164"/>
          <a:ext cx="633097" cy="6330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10326989" y="3048164"/>
        <a:ext cx="348203" cy="4764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4DFE4-3D60-4690-ABD0-621390D59A2D}">
      <dsp:nvSpPr>
        <dsp:cNvPr id="0" name=""/>
        <dsp:cNvSpPr/>
      </dsp:nvSpPr>
      <dsp:spPr>
        <a:xfrm>
          <a:off x="1089545" y="842115"/>
          <a:ext cx="1091941" cy="10919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41B7-DE96-4E5A-AE02-FEEFBE50BBE0}">
      <dsp:nvSpPr>
        <dsp:cNvPr id="0" name=""/>
        <dsp:cNvSpPr/>
      </dsp:nvSpPr>
      <dsp:spPr>
        <a:xfrm>
          <a:off x="422247" y="2281754"/>
          <a:ext cx="242653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/>
            <a:t>Data Collection &amp; Accuracy</a:t>
          </a:r>
          <a:r>
            <a:rPr lang="en-US" sz="1100" kern="1200"/>
            <a:t>: Collecting and maintaining accurate space utilization data is critical. Occupancy sensors and real-time tracking can present challenges in terms of installation and accuracy.</a:t>
          </a:r>
        </a:p>
      </dsp:txBody>
      <dsp:txXfrm>
        <a:off x="422247" y="2281754"/>
        <a:ext cx="2426535" cy="877500"/>
      </dsp:txXfrm>
    </dsp:sp>
    <dsp:sp modelId="{6F38C01D-5A97-4190-A4FE-311744E64C6D}">
      <dsp:nvSpPr>
        <dsp:cNvPr id="0" name=""/>
        <dsp:cNvSpPr/>
      </dsp:nvSpPr>
      <dsp:spPr>
        <a:xfrm>
          <a:off x="3940724" y="842115"/>
          <a:ext cx="1091941" cy="10919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15E84C-F572-4408-8F78-18C71995D43E}">
      <dsp:nvSpPr>
        <dsp:cNvPr id="0" name=""/>
        <dsp:cNvSpPr/>
      </dsp:nvSpPr>
      <dsp:spPr>
        <a:xfrm>
          <a:off x="3273427" y="2281754"/>
          <a:ext cx="242653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/>
            <a:t>Resistance to Change</a:t>
          </a:r>
          <a:r>
            <a:rPr lang="en-US" sz="1100" kern="1200"/>
            <a:t>: Employees may resist giving up fixed workspaces in favor of more flexible, dynamic arrangements.</a:t>
          </a:r>
        </a:p>
      </dsp:txBody>
      <dsp:txXfrm>
        <a:off x="3273427" y="2281754"/>
        <a:ext cx="2426535" cy="877500"/>
      </dsp:txXfrm>
    </dsp:sp>
    <dsp:sp modelId="{94040A2C-1D4D-4E6D-81BE-1C145DC04F68}">
      <dsp:nvSpPr>
        <dsp:cNvPr id="0" name=""/>
        <dsp:cNvSpPr/>
      </dsp:nvSpPr>
      <dsp:spPr>
        <a:xfrm>
          <a:off x="6791903" y="842115"/>
          <a:ext cx="1091941" cy="10919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5F67A-7034-4C81-B612-61B96A6D7B57}">
      <dsp:nvSpPr>
        <dsp:cNvPr id="0" name=""/>
        <dsp:cNvSpPr/>
      </dsp:nvSpPr>
      <dsp:spPr>
        <a:xfrm>
          <a:off x="6124606" y="2281754"/>
          <a:ext cx="242653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/>
            <a:t>Privacy Concerns</a:t>
          </a:r>
          <a:r>
            <a:rPr lang="en-US" sz="1100" kern="1200"/>
            <a:t>: Gathering data on how employees or occupants use space can raise privacy issues, especially if sensors or cameras are involved.</a:t>
          </a:r>
        </a:p>
      </dsp:txBody>
      <dsp:txXfrm>
        <a:off x="6124606" y="2281754"/>
        <a:ext cx="2426535" cy="877500"/>
      </dsp:txXfrm>
    </dsp:sp>
    <dsp:sp modelId="{BFD12CB3-12BF-4DF8-961C-29BC93BF1118}">
      <dsp:nvSpPr>
        <dsp:cNvPr id="0" name=""/>
        <dsp:cNvSpPr/>
      </dsp:nvSpPr>
      <dsp:spPr>
        <a:xfrm>
          <a:off x="9643082" y="842115"/>
          <a:ext cx="1091941" cy="1091941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20A94-9DAA-41A1-BF9A-9AF48B669D2A}">
      <dsp:nvSpPr>
        <dsp:cNvPr id="0" name=""/>
        <dsp:cNvSpPr/>
      </dsp:nvSpPr>
      <dsp:spPr>
        <a:xfrm>
          <a:off x="8975785" y="2281754"/>
          <a:ext cx="242653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/>
            <a:t>System Integration</a:t>
          </a:r>
          <a:r>
            <a:rPr lang="en-US" sz="1100" kern="1200"/>
            <a:t>: Ensuring that the space management system integrates well with other systems like building access or room reservation systems.</a:t>
          </a:r>
        </a:p>
      </dsp:txBody>
      <dsp:txXfrm>
        <a:off x="8975785" y="2281754"/>
        <a:ext cx="2426535" cy="8775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B6474-F988-49C5-B179-A1E7B64639D4}">
      <dsp:nvSpPr>
        <dsp:cNvPr id="0" name=""/>
        <dsp:cNvSpPr/>
      </dsp:nvSpPr>
      <dsp:spPr>
        <a:xfrm>
          <a:off x="212794" y="476478"/>
          <a:ext cx="1509048" cy="1509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35B11-88AB-484D-8D4D-9D0F42BAAC8B}">
      <dsp:nvSpPr>
        <dsp:cNvPr id="0" name=""/>
        <dsp:cNvSpPr/>
      </dsp:nvSpPr>
      <dsp:spPr>
        <a:xfrm>
          <a:off x="212794" y="2113190"/>
          <a:ext cx="4311566" cy="36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400" kern="1200"/>
            <a:t>A university uses FMS Type B to optimize the use of classrooms and lecture halls across a sprawling campus.</a:t>
          </a:r>
        </a:p>
      </dsp:txBody>
      <dsp:txXfrm>
        <a:off x="212794" y="2113190"/>
        <a:ext cx="4311566" cy="360570"/>
      </dsp:txXfrm>
    </dsp:sp>
    <dsp:sp modelId="{38FD5CA0-FF36-445D-AE47-9930F8634171}">
      <dsp:nvSpPr>
        <dsp:cNvPr id="0" name=""/>
        <dsp:cNvSpPr/>
      </dsp:nvSpPr>
      <dsp:spPr>
        <a:xfrm>
          <a:off x="212794" y="2533139"/>
          <a:ext cx="4311566" cy="62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24481E-C1C2-4B72-9515-2B388E2D165C}">
      <dsp:nvSpPr>
        <dsp:cNvPr id="0" name=""/>
        <dsp:cNvSpPr/>
      </dsp:nvSpPr>
      <dsp:spPr>
        <a:xfrm>
          <a:off x="5278885" y="476478"/>
          <a:ext cx="1509048" cy="1509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46471-BC01-4919-B45E-6F2157308411}">
      <dsp:nvSpPr>
        <dsp:cNvPr id="0" name=""/>
        <dsp:cNvSpPr/>
      </dsp:nvSpPr>
      <dsp:spPr>
        <a:xfrm>
          <a:off x="5291432" y="2092850"/>
          <a:ext cx="4311566" cy="200830"/>
        </a:xfrm>
        <a:prstGeom prst="rect">
          <a:avLst/>
        </a:prstGeom>
        <a:gradFill rotWithShape="1">
          <a:gsLst>
            <a:gs pos="0">
              <a:schemeClr val="dk1">
                <a:tint val="94000"/>
                <a:satMod val="103000"/>
                <a:lumMod val="102000"/>
              </a:schemeClr>
            </a:gs>
            <a:gs pos="50000">
              <a:schemeClr val="dk1">
                <a:shade val="100000"/>
                <a:satMod val="110000"/>
                <a:lumMod val="100000"/>
              </a:schemeClr>
            </a:gs>
            <a:gs pos="100000">
              <a:schemeClr val="dk1"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400" b="1" kern="1200" dirty="0" smtClean="0"/>
            <a:t>Benefits</a:t>
          </a:r>
          <a:endParaRPr lang="en-US" sz="1400" kern="1200" dirty="0"/>
        </a:p>
      </dsp:txBody>
      <dsp:txXfrm>
        <a:off x="5291432" y="2092850"/>
        <a:ext cx="4311566" cy="200830"/>
      </dsp:txXfrm>
    </dsp:sp>
    <dsp:sp modelId="{1B280A76-B960-4F72-8497-47356554D2C4}">
      <dsp:nvSpPr>
        <dsp:cNvPr id="0" name=""/>
        <dsp:cNvSpPr/>
      </dsp:nvSpPr>
      <dsp:spPr>
        <a:xfrm>
          <a:off x="5304022" y="2382413"/>
          <a:ext cx="4311566" cy="62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/>
            <a:t>Improved Space Utilization</a:t>
          </a:r>
          <a:r>
            <a:rPr lang="en-US" sz="1100" kern="1200" dirty="0"/>
            <a:t>: Identifies underutilized classrooms and reallocates them for other departments or purposes.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/>
            <a:t>Efficient Scheduling</a:t>
          </a:r>
          <a:r>
            <a:rPr lang="en-US" sz="1100" kern="1200" dirty="0"/>
            <a:t>: Students and staff can easily book rooms, and administrators can track usage patterns to ensure optimal space use.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/>
            <a:t>Cost Reduction</a:t>
          </a:r>
          <a:r>
            <a:rPr lang="en-US" sz="1100" kern="1200" dirty="0"/>
            <a:t>: By consolidating classes or better utilizing shared spaces, the university saves on energy costs and improves the overall student experience.</a:t>
          </a:r>
        </a:p>
      </dsp:txBody>
      <dsp:txXfrm>
        <a:off x="5304022" y="2382413"/>
        <a:ext cx="4311566" cy="6284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998647-5F7F-48A7-88E4-F80521823193}">
      <dsp:nvSpPr>
        <dsp:cNvPr id="0" name=""/>
        <dsp:cNvSpPr/>
      </dsp:nvSpPr>
      <dsp:spPr>
        <a:xfrm>
          <a:off x="0" y="0"/>
          <a:ext cx="5101793" cy="1118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/>
            <a:t>IoT Integration</a:t>
          </a:r>
          <a:r>
            <a:rPr lang="en-US" sz="1400" b="0" i="0" kern="1200" baseline="0"/>
            <a:t>: The future of FMS includes greater integration with Internet of Things (IoT) devices, allowing for real-time data collection on asset condition, energy consumption, and space occupancy.</a:t>
          </a:r>
          <a:endParaRPr lang="en-US" sz="1400" kern="1200"/>
        </a:p>
      </dsp:txBody>
      <dsp:txXfrm>
        <a:off x="32766" y="32766"/>
        <a:ext cx="3894617" cy="1053178"/>
      </dsp:txXfrm>
    </dsp:sp>
    <dsp:sp modelId="{74ECE776-6CCD-46BC-B82B-404227BEA540}">
      <dsp:nvSpPr>
        <dsp:cNvPr id="0" name=""/>
        <dsp:cNvSpPr/>
      </dsp:nvSpPr>
      <dsp:spPr>
        <a:xfrm>
          <a:off x="450158" y="1305161"/>
          <a:ext cx="5101793" cy="1118710"/>
        </a:xfrm>
        <a:prstGeom prst="roundRect">
          <a:avLst>
            <a:gd name="adj" fmla="val 10000"/>
          </a:avLst>
        </a:prstGeom>
        <a:solidFill>
          <a:schemeClr val="accent2">
            <a:hueOff val="2771159"/>
            <a:satOff val="-477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/>
            <a:t>AI and Predictive Analytics</a:t>
          </a:r>
          <a:r>
            <a:rPr lang="en-US" sz="1400" b="0" i="0" kern="1200" baseline="0" dirty="0"/>
            <a:t>: Artificial Intelligence (AI) will play a bigger role in predictive maintenance, helping identify potential asset failures before they occur and allowing for more precise space planning.</a:t>
          </a:r>
          <a:endParaRPr lang="en-US" sz="1400" kern="1200" dirty="0"/>
        </a:p>
      </dsp:txBody>
      <dsp:txXfrm>
        <a:off x="482924" y="1337927"/>
        <a:ext cx="3858941" cy="1053178"/>
      </dsp:txXfrm>
    </dsp:sp>
    <dsp:sp modelId="{EECBBE7C-E364-416B-888A-A9D7AAD38226}">
      <dsp:nvSpPr>
        <dsp:cNvPr id="0" name=""/>
        <dsp:cNvSpPr/>
      </dsp:nvSpPr>
      <dsp:spPr>
        <a:xfrm>
          <a:off x="900316" y="2610323"/>
          <a:ext cx="5101793" cy="1118710"/>
        </a:xfrm>
        <a:prstGeom prst="roundRect">
          <a:avLst>
            <a:gd name="adj" fmla="val 10000"/>
          </a:avLst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/>
            <a:t>Mobile Access</a:t>
          </a:r>
          <a:r>
            <a:rPr lang="en-US" sz="1400" b="0" i="0" kern="1200" baseline="0"/>
            <a:t>: Mobile platforms will give facility managers the flexibility to monitor and manage their facilities remotely, accessing data from anywhere in real-time. </a:t>
          </a:r>
          <a:endParaRPr lang="en-US" sz="1400" kern="1200"/>
        </a:p>
      </dsp:txBody>
      <dsp:txXfrm>
        <a:off x="933082" y="2643089"/>
        <a:ext cx="3858941" cy="1053178"/>
      </dsp:txXfrm>
    </dsp:sp>
    <dsp:sp modelId="{FF95CC68-2FAD-4DFF-9173-921A76D024DD}">
      <dsp:nvSpPr>
        <dsp:cNvPr id="0" name=""/>
        <dsp:cNvSpPr/>
      </dsp:nvSpPr>
      <dsp:spPr>
        <a:xfrm>
          <a:off x="4374631" y="848355"/>
          <a:ext cx="727161" cy="72716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400" kern="1200"/>
        </a:p>
      </dsp:txBody>
      <dsp:txXfrm>
        <a:off x="4538242" y="848355"/>
        <a:ext cx="399939" cy="547189"/>
      </dsp:txXfrm>
    </dsp:sp>
    <dsp:sp modelId="{812449D4-E8E5-46B8-8B46-E35531AA7FCB}">
      <dsp:nvSpPr>
        <dsp:cNvPr id="0" name=""/>
        <dsp:cNvSpPr/>
      </dsp:nvSpPr>
      <dsp:spPr>
        <a:xfrm>
          <a:off x="4824790" y="2146059"/>
          <a:ext cx="727161" cy="72716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291884"/>
            <a:satOff val="-5406"/>
            <a:lumOff val="-192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291884"/>
              <a:satOff val="-5406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400" kern="1200"/>
        </a:p>
      </dsp:txBody>
      <dsp:txXfrm>
        <a:off x="4988401" y="2146059"/>
        <a:ext cx="399939" cy="5471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7C88C-9102-4E39-A96A-C2582C90407D}">
      <dsp:nvSpPr>
        <dsp:cNvPr id="0" name=""/>
        <dsp:cNvSpPr/>
      </dsp:nvSpPr>
      <dsp:spPr>
        <a:xfrm>
          <a:off x="213" y="5500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/>
            <a:t>Stakeholder Involvement</a:t>
          </a:r>
          <a:r>
            <a:rPr lang="en-US" sz="1400" b="0" i="0" kern="1200" baseline="0"/>
            <a:t>: Involve key stakeholders from the beginning, including facility managers, IT teams, and department heads, to align objectives and expectations.</a:t>
          </a:r>
          <a:endParaRPr lang="en-US" sz="1400" kern="1200"/>
        </a:p>
      </dsp:txBody>
      <dsp:txXfrm>
        <a:off x="213" y="1787136"/>
        <a:ext cx="2577217" cy="1855596"/>
      </dsp:txXfrm>
    </dsp:sp>
    <dsp:sp modelId="{3EB73A88-CEA0-4D3F-8C15-5E0C7CAB03FB}">
      <dsp:nvSpPr>
        <dsp:cNvPr id="0" name=""/>
        <dsp:cNvSpPr/>
      </dsp:nvSpPr>
      <dsp:spPr>
        <a:xfrm>
          <a:off x="213" y="550072"/>
          <a:ext cx="2577217" cy="12370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01</a:t>
          </a:r>
        </a:p>
      </dsp:txBody>
      <dsp:txXfrm>
        <a:off x="213" y="550072"/>
        <a:ext cx="2577217" cy="1237064"/>
      </dsp:txXfrm>
    </dsp:sp>
    <dsp:sp modelId="{E8BA82F7-B597-448F-85E3-B242D19E270F}">
      <dsp:nvSpPr>
        <dsp:cNvPr id="0" name=""/>
        <dsp:cNvSpPr/>
      </dsp:nvSpPr>
      <dsp:spPr>
        <a:xfrm>
          <a:off x="2783608" y="550072"/>
          <a:ext cx="2577217" cy="30926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/>
            <a:t>User Training</a:t>
          </a:r>
          <a:r>
            <a:rPr lang="en-US" sz="1400" b="0" i="0" kern="1200" baseline="0"/>
            <a:t>: Invest in thorough training programs to ensure that all users are proficient with the system and can fully leverage its features.</a:t>
          </a:r>
          <a:endParaRPr lang="en-US" sz="1400" kern="1200"/>
        </a:p>
      </dsp:txBody>
      <dsp:txXfrm>
        <a:off x="2783608" y="1787136"/>
        <a:ext cx="2577217" cy="1855596"/>
      </dsp:txXfrm>
    </dsp:sp>
    <dsp:sp modelId="{5037D78E-884E-4018-A2DD-3EB271033382}">
      <dsp:nvSpPr>
        <dsp:cNvPr id="0" name=""/>
        <dsp:cNvSpPr/>
      </dsp:nvSpPr>
      <dsp:spPr>
        <a:xfrm>
          <a:off x="2783608" y="550072"/>
          <a:ext cx="2577217" cy="12370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02</a:t>
          </a:r>
        </a:p>
      </dsp:txBody>
      <dsp:txXfrm>
        <a:off x="2783608" y="550072"/>
        <a:ext cx="2577217" cy="1237064"/>
      </dsp:txXfrm>
    </dsp:sp>
    <dsp:sp modelId="{63CA4C7D-D09B-4226-8581-372712B582AD}">
      <dsp:nvSpPr>
        <dsp:cNvPr id="0" name=""/>
        <dsp:cNvSpPr/>
      </dsp:nvSpPr>
      <dsp:spPr>
        <a:xfrm>
          <a:off x="5567003" y="550072"/>
          <a:ext cx="2577217" cy="30926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/>
            <a:t>Data Quality Management</a:t>
          </a:r>
          <a:r>
            <a:rPr lang="en-US" sz="1400" b="0" i="0" kern="1200" baseline="0"/>
            <a:t>: Establish protocols for regular data audits to ensure the accuracy of asset and space data.</a:t>
          </a:r>
          <a:endParaRPr lang="en-US" sz="1400" kern="1200"/>
        </a:p>
      </dsp:txBody>
      <dsp:txXfrm>
        <a:off x="5567003" y="1787136"/>
        <a:ext cx="2577217" cy="1855596"/>
      </dsp:txXfrm>
    </dsp:sp>
    <dsp:sp modelId="{7C22A46D-0BCA-43D5-9DA5-09F8516AD994}">
      <dsp:nvSpPr>
        <dsp:cNvPr id="0" name=""/>
        <dsp:cNvSpPr/>
      </dsp:nvSpPr>
      <dsp:spPr>
        <a:xfrm>
          <a:off x="5567003" y="550072"/>
          <a:ext cx="2577217" cy="12370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03</a:t>
          </a:r>
        </a:p>
      </dsp:txBody>
      <dsp:txXfrm>
        <a:off x="5567003" y="550072"/>
        <a:ext cx="2577217" cy="1237064"/>
      </dsp:txXfrm>
    </dsp:sp>
    <dsp:sp modelId="{0654C5F9-DE8A-4D46-AB04-3DA4D8BDA6D5}">
      <dsp:nvSpPr>
        <dsp:cNvPr id="0" name=""/>
        <dsp:cNvSpPr/>
      </dsp:nvSpPr>
      <dsp:spPr>
        <a:xfrm>
          <a:off x="8350398" y="550072"/>
          <a:ext cx="2577217" cy="30926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/>
            <a:t>Continuous Improvement</a:t>
          </a:r>
          <a:r>
            <a:rPr lang="en-US" sz="1400" b="0" i="0" kern="1200" baseline="0"/>
            <a:t>: Regularly assess the system’s effectiveness and make adjustments to ensure the FMS remains aligned with the organization’s goals. </a:t>
          </a:r>
          <a:endParaRPr lang="en-US" sz="1400" kern="1200"/>
        </a:p>
      </dsp:txBody>
      <dsp:txXfrm>
        <a:off x="8350398" y="1787136"/>
        <a:ext cx="2577217" cy="1855596"/>
      </dsp:txXfrm>
    </dsp:sp>
    <dsp:sp modelId="{A00DD845-2A09-4FB8-9BCC-CB0CADC2B871}">
      <dsp:nvSpPr>
        <dsp:cNvPr id="0" name=""/>
        <dsp:cNvSpPr/>
      </dsp:nvSpPr>
      <dsp:spPr>
        <a:xfrm>
          <a:off x="8350398" y="550072"/>
          <a:ext cx="2577217" cy="12370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04</a:t>
          </a:r>
        </a:p>
      </dsp:txBody>
      <dsp:txXfrm>
        <a:off x="8350398" y="550072"/>
        <a:ext cx="2577217" cy="12370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64506-6B82-4D2D-A104-9506F09DBD26}">
      <dsp:nvSpPr>
        <dsp:cNvPr id="0" name=""/>
        <dsp:cNvSpPr/>
      </dsp:nvSpPr>
      <dsp:spPr>
        <a:xfrm>
          <a:off x="716045" y="683587"/>
          <a:ext cx="1063986" cy="10639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BB36E-E464-466E-A666-0B341983B133}">
      <dsp:nvSpPr>
        <dsp:cNvPr id="0" name=""/>
        <dsp:cNvSpPr/>
      </dsp:nvSpPr>
      <dsp:spPr>
        <a:xfrm>
          <a:off x="65831" y="2082775"/>
          <a:ext cx="2364415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 dirty="0"/>
            <a:t>Key Takeaways</a:t>
          </a:r>
          <a:endParaRPr lang="en-US" sz="1100" kern="1200" dirty="0"/>
        </a:p>
      </dsp:txBody>
      <dsp:txXfrm>
        <a:off x="65831" y="2082775"/>
        <a:ext cx="2364415" cy="832500"/>
      </dsp:txXfrm>
    </dsp:sp>
    <dsp:sp modelId="{18352847-3345-44A0-A6B4-E89E3FE9EA38}">
      <dsp:nvSpPr>
        <dsp:cNvPr id="0" name=""/>
        <dsp:cNvSpPr/>
      </dsp:nvSpPr>
      <dsp:spPr>
        <a:xfrm>
          <a:off x="3494233" y="683587"/>
          <a:ext cx="1063986" cy="10639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713B1-B77E-4FA7-B3B9-1F48A5844B44}">
      <dsp:nvSpPr>
        <dsp:cNvPr id="0" name=""/>
        <dsp:cNvSpPr/>
      </dsp:nvSpPr>
      <dsp:spPr>
        <a:xfrm>
          <a:off x="2844019" y="2082775"/>
          <a:ext cx="2364415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FMS Type A</a:t>
          </a:r>
          <a:r>
            <a:rPr lang="en-US" sz="1100" b="0" i="0" kern="1200" baseline="0"/>
            <a:t> focuses on asset management, improving maintenance and asset lifecycles.</a:t>
          </a:r>
          <a:endParaRPr lang="en-US" sz="1100" kern="1200"/>
        </a:p>
      </dsp:txBody>
      <dsp:txXfrm>
        <a:off x="2844019" y="2082775"/>
        <a:ext cx="2364415" cy="832500"/>
      </dsp:txXfrm>
    </dsp:sp>
    <dsp:sp modelId="{8296E9D4-5BF6-42FF-B8E4-82BB327EDED3}">
      <dsp:nvSpPr>
        <dsp:cNvPr id="0" name=""/>
        <dsp:cNvSpPr/>
      </dsp:nvSpPr>
      <dsp:spPr>
        <a:xfrm>
          <a:off x="6272420" y="683587"/>
          <a:ext cx="1063986" cy="10639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6A4DF-017E-4427-9327-73C37EE4C9A5}">
      <dsp:nvSpPr>
        <dsp:cNvPr id="0" name=""/>
        <dsp:cNvSpPr/>
      </dsp:nvSpPr>
      <dsp:spPr>
        <a:xfrm>
          <a:off x="5622206" y="2082775"/>
          <a:ext cx="2364415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FMS Type B</a:t>
          </a:r>
          <a:r>
            <a:rPr lang="en-US" sz="1100" b="0" i="0" kern="1200" baseline="0"/>
            <a:t> focuses on optimizing space, increasing efficiency and flexibility.</a:t>
          </a:r>
          <a:endParaRPr lang="en-US" sz="1100" kern="1200"/>
        </a:p>
      </dsp:txBody>
      <dsp:txXfrm>
        <a:off x="5622206" y="2082775"/>
        <a:ext cx="2364415" cy="832500"/>
      </dsp:txXfrm>
    </dsp:sp>
    <dsp:sp modelId="{DC978B99-17BE-476E-B405-F935571B12E2}">
      <dsp:nvSpPr>
        <dsp:cNvPr id="0" name=""/>
        <dsp:cNvSpPr/>
      </dsp:nvSpPr>
      <dsp:spPr>
        <a:xfrm>
          <a:off x="9050608" y="683587"/>
          <a:ext cx="1063986" cy="10639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9954B-31FD-418A-8265-187659017748}">
      <dsp:nvSpPr>
        <dsp:cNvPr id="0" name=""/>
        <dsp:cNvSpPr/>
      </dsp:nvSpPr>
      <dsp:spPr>
        <a:xfrm>
          <a:off x="8400394" y="2082775"/>
          <a:ext cx="2364415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/>
            <a:t>Future Outlook</a:t>
          </a:r>
          <a:r>
            <a:rPr lang="en-US" sz="1100" b="0" i="0" kern="1200" baseline="0"/>
            <a:t>: As technology evolves, FMS will continue to integrate new technologies like IoT and AI, driving further efficiency and automation in facility management. </a:t>
          </a:r>
          <a:endParaRPr lang="en-US" sz="1100" kern="1200"/>
        </a:p>
      </dsp:txBody>
      <dsp:txXfrm>
        <a:off x="8400394" y="2082775"/>
        <a:ext cx="2364415" cy="83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=""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7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1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5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2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2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9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2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6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3293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7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15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0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56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1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2D523-D111-4A8A-9990-E8FA0868A71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AA122-F15C-4848-8950-33AC084B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78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32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e painted factory">
            <a:extLst>
              <a:ext uri="{FF2B5EF4-FFF2-40B4-BE49-F238E27FC236}">
                <a16:creationId xmlns:a16="http://schemas.microsoft.com/office/drawing/2014/main" id="{47CD8D6A-69D4-37CB-D833-08536CAA1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3" r="8351" b="-1"/>
          <a:stretch/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94" y="798033"/>
            <a:ext cx="3438144" cy="11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dirty="0"/>
              <a:t>Introduction to Facility Support Management Systems (FMS)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71094" y="2148544"/>
            <a:ext cx="3174746" cy="41715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Definition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Facility Support Management Systems (FMS) are integrated software platforms that optimize the operations of physical facilities, managing assets, maintenance, space, energy usage, and other aspects.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</a:rPr>
              <a:t>Objective</a:t>
            </a:r>
            <a:endParaRPr lang="en-US" altLang="en-US" sz="1400" dirty="0"/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FMS empower facility managers to streamline daily operations, reduce operational costs, enhance sustainability, and ensure compliance with regulatory standards.</a:t>
            </a:r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Importance</a:t>
            </a:r>
            <a:endParaRPr lang="en-US" altLang="en-US" sz="1400" dirty="0"/>
          </a:p>
          <a:p>
            <a:pPr marR="0" lvl="0" algn="l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As facilities become more complex, FMS provide the tools needed to manage interconnected systems and optimize resource allocation. </a:t>
            </a:r>
          </a:p>
        </p:txBody>
      </p:sp>
    </p:spTree>
    <p:extLst>
      <p:ext uri="{BB962C8B-B14F-4D97-AF65-F5344CB8AC3E}">
        <p14:creationId xmlns:p14="http://schemas.microsoft.com/office/powerpoint/2010/main" val="244075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EE00C8-82F2-E5BD-A422-1F05846248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Purpose of FMS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A513E9D-6E35-9A0D-F56F-CB1031CA8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133259"/>
              </p:ext>
            </p:extLst>
          </p:nvPr>
        </p:nvGraphicFramePr>
        <p:xfrm>
          <a:off x="681038" y="2336800"/>
          <a:ext cx="11030798" cy="3838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1914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sz="4300"/>
              <a:t>Key Considerations Before Implementing FMS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D8BDDBA-5103-A956-640A-26CEF30CB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883926"/>
              </p:ext>
            </p:extLst>
          </p:nvPr>
        </p:nvGraphicFramePr>
        <p:xfrm>
          <a:off x="681037" y="2336800"/>
          <a:ext cx="9999399" cy="3800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41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A60276-B674-2EDF-2729-EF5D1CF500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Benefits of FMS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E33AB50-1496-6D11-09E4-44CE32A6B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591637"/>
              </p:ext>
            </p:extLst>
          </p:nvPr>
        </p:nvGraphicFramePr>
        <p:xfrm>
          <a:off x="681037" y="2336800"/>
          <a:ext cx="9803247" cy="3562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9070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692" y="741391"/>
            <a:ext cx="5479719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FMS Type A: Asset Management and Tracking Systems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6692" y="3686214"/>
            <a:ext cx="5479719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Asset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Inventory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Maintains a detailed record of all assets, including their condition, location, and maintenance history.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Preventive and Reactive Maintenance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Schedules regular checks to avoid downtime and generates work orders for necessary repairs.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Performance Monitoring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Tracks the performance of equipment and infrastructure in real-time to identify inefficiencies and potential issues.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Procurement and Replacement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Helps plan asset procurement and replacement, ensuring timely upgrades and replacements of outdated equipment.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8D2DC-A4E1-18A2-E373-0DF4F266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24" r="28012"/>
          <a:stretch/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692" y="2524036"/>
            <a:ext cx="6096000" cy="63248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300" dirty="0">
                <a:solidFill>
                  <a:prstClr val="white"/>
                </a:solidFill>
                <a:latin typeface="Arial" panose="020B0604020202020204" pitchFamily="34" charset="0"/>
              </a:rPr>
              <a:t>These systems focus on managing the lifecycle of assets within a facility, ensuring efficient operation, maintenance, and replacement of physical resources.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691" y="3686214"/>
            <a:ext cx="1234633" cy="27238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300" b="1" dirty="0">
                <a:solidFill>
                  <a:prstClr val="white"/>
                </a:solidFill>
                <a:latin typeface="Arial" panose="020B0604020202020204" pitchFamily="34" charset="0"/>
              </a:rPr>
              <a:t>Key Features</a:t>
            </a:r>
            <a:endParaRPr lang="en-US" altLang="en-US" sz="130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43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46C358-AE27-E4EF-51A2-97F89EC47E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608" b="46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in Implementing FMS Type 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3A45329-1C81-1F1A-2626-25308EA245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104263"/>
              </p:ext>
            </p:extLst>
          </p:nvPr>
        </p:nvGraphicFramePr>
        <p:xfrm>
          <a:off x="230101" y="2098806"/>
          <a:ext cx="11594469" cy="4427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9043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53" y="1683413"/>
            <a:ext cx="3960428" cy="4270963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>
            <a:normAutofit fontScale="90000"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Example Use </a:t>
            </a:r>
            <a:r>
              <a:rPr lang="en-US" sz="5200" dirty="0" smtClean="0">
                <a:solidFill>
                  <a:srgbClr val="FFFFFF"/>
                </a:solidFill>
              </a:rPr>
              <a:t>Case</a:t>
            </a:r>
            <a:br>
              <a:rPr lang="en-US" sz="5200" dirty="0" smtClean="0">
                <a:solidFill>
                  <a:srgbClr val="FFFFFF"/>
                </a:solidFill>
              </a:rPr>
            </a:br>
            <a:r>
              <a:rPr lang="en-US" sz="52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FMS </a:t>
            </a:r>
            <a:r>
              <a:rPr lang="en-US" sz="5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Type A in a Healthcare Facility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517260" y="2778110"/>
            <a:ext cx="4771607" cy="52300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Improved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Equipment Availability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 Preventive maintenance schedules reduce equipment downtime.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Regulatory Compliance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 Ensures all equipment is properly maintained according to health regulations.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Cost Savings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 By extending the life of equipment and reducing emergency repairs, the hospital saves significantly on capital expenditures.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Optimized Resource Allocation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 The system allows for more effective allocation of resources based on the actual usage and condition of equipment.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81948" y="2121799"/>
            <a:ext cx="6096000" cy="88178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900" dirty="0" smtClean="0">
                <a:solidFill>
                  <a:prstClr val="white">
                    <a:alpha val="80000"/>
                  </a:prstClr>
                </a:solidFill>
                <a:latin typeface="Arial" panose="020B0604020202020204" pitchFamily="34" charset="0"/>
              </a:rPr>
              <a:t>A </a:t>
            </a:r>
            <a:r>
              <a:rPr lang="en-US" altLang="en-US" sz="1900" dirty="0">
                <a:solidFill>
                  <a:prstClr val="white">
                    <a:alpha val="80000"/>
                  </a:prstClr>
                </a:solidFill>
                <a:latin typeface="Arial" panose="020B0604020202020204" pitchFamily="34" charset="0"/>
              </a:rPr>
              <a:t>large hospital integrates FMS Type A to track medical equipment like MRI machines, ventilators, and surgical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1948" y="1683413"/>
            <a:ext cx="1580882" cy="38472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en-US" sz="1900" b="1" dirty="0" smtClean="0">
                <a:solidFill>
                  <a:prstClr val="white">
                    <a:alpha val="80000"/>
                  </a:prstClr>
                </a:solidFill>
                <a:latin typeface="Arial" panose="020B0604020202020204" pitchFamily="34" charset="0"/>
              </a:rPr>
              <a:t>Application</a:t>
            </a:r>
            <a:r>
              <a:rPr lang="en-US" altLang="en-US" sz="1900" dirty="0" smtClean="0">
                <a:solidFill>
                  <a:prstClr val="white">
                    <a:alpha val="80000"/>
                  </a:prstClr>
                </a:solidFill>
                <a:latin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581948" y="3322836"/>
            <a:ext cx="1149674" cy="35548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900" b="1" dirty="0" smtClean="0">
                <a:solidFill>
                  <a:prstClr val="white">
                    <a:alpha val="80000"/>
                  </a:prstClr>
                </a:solidFill>
                <a:latin typeface="Arial" panose="020B0604020202020204" pitchFamily="34" charset="0"/>
              </a:rPr>
              <a:t>Benefits</a:t>
            </a:r>
            <a:endParaRPr lang="en-US" altLang="en-US" sz="1900" dirty="0">
              <a:solidFill>
                <a:prstClr val="white">
                  <a:alpha val="80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46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 dirty="0"/>
              <a:t>FMS Type </a:t>
            </a:r>
            <a:r>
              <a:rPr lang="en-US" sz="3200" dirty="0" smtClean="0"/>
              <a:t>B</a:t>
            </a:r>
            <a:br>
              <a:rPr lang="en-US" sz="3200" dirty="0" smtClean="0"/>
            </a:b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Space </a:t>
            </a: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Management Optimizing Systems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23878" y="4030058"/>
            <a:ext cx="4491820" cy="23832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Space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Inventory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Catalogs all spaces within a building, including their dimensions, usage, and availability.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Occupancy Monitoring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Tracks how often and how efficiently spaces are used through sensors or manual inputs.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Space Planning and Reconfiguration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Provides data to help managers plan for space reallocation, expansions, or repurposing.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Workplace Management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Optimizes the use of shared spaces such as meeting rooms, conference areas, and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coworking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spaces.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 descr="Blue blocks and networks technology background">
            <a:extLst>
              <a:ext uri="{FF2B5EF4-FFF2-40B4-BE49-F238E27FC236}">
                <a16:creationId xmlns:a16="http://schemas.microsoft.com/office/drawing/2014/main" id="{29ECB82C-C4CE-715D-8195-F9101FB7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45" r="40456" b="-446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18541" y="2580362"/>
            <a:ext cx="4617929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100" dirty="0">
                <a:solidFill>
                  <a:prstClr val="white"/>
                </a:solidFill>
                <a:latin typeface="Arial" panose="020B0604020202020204" pitchFamily="34" charset="0"/>
              </a:rPr>
              <a:t>FMS Type B focuses on managing and optimizing the physical space within a facility. This includes tracking space usage, planning layouts, and allocating resources efficiently.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18541" y="3552863"/>
            <a:ext cx="2075145" cy="47397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100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100" b="1" dirty="0">
                <a:solidFill>
                  <a:prstClr val="white"/>
                </a:solidFill>
                <a:latin typeface="Arial" panose="020B0604020202020204" pitchFamily="34" charset="0"/>
              </a:rPr>
              <a:t>Key Features</a:t>
            </a:r>
            <a:endParaRPr lang="en-US" altLang="en-US" sz="110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34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E026D-435D-E2D0-87A7-36EECD1F7A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in Implementing FMS Type 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5E2B35-1212-ADFD-C594-ABF2C7411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278731"/>
              </p:ext>
            </p:extLst>
          </p:nvPr>
        </p:nvGraphicFramePr>
        <p:xfrm>
          <a:off x="212942" y="2386904"/>
          <a:ext cx="11824569" cy="4001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527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9F81F2-0BC1-63F4-39DA-810DB04CEF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9465" b="137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Example Use Case: FMS Type B in a University Campus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219FDC-FA4C-4855-7D7C-2DD97B900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6456241"/>
              </p:ext>
            </p:extLst>
          </p:nvPr>
        </p:nvGraphicFramePr>
        <p:xfrm>
          <a:off x="681037" y="2336800"/>
          <a:ext cx="9803247" cy="3638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1148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Future Trends in FMS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8DB5FF7-7A99-B03C-4C9C-DF8C565D5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961880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8FD7B59-A067-CF68-FFDE-01DEFF55A8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206" r="10995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6294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Best Practices for FMS Implementation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F08E57D-914A-6BD8-6F50-08F0B2F5D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4452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771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38" name="Rectangle 1">
            <a:extLst>
              <a:ext uri="{FF2B5EF4-FFF2-40B4-BE49-F238E27FC236}">
                <a16:creationId xmlns:a16="http://schemas.microsoft.com/office/drawing/2014/main" id="{A768CF76-5CF3-7528-9B5E-EE7B5FB3D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479432"/>
              </p:ext>
            </p:extLst>
          </p:nvPr>
        </p:nvGraphicFramePr>
        <p:xfrm>
          <a:off x="554591" y="3706059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2FED4BB-72BC-AAB2-B5D0-B0C81E17440F}"/>
              </a:ext>
            </a:extLst>
          </p:cNvPr>
          <p:cNvGrpSpPr/>
          <p:nvPr/>
        </p:nvGrpSpPr>
        <p:grpSpPr>
          <a:xfrm>
            <a:off x="1108710" y="2322191"/>
            <a:ext cx="10126979" cy="1659499"/>
            <a:chOff x="575943" y="0"/>
            <a:chExt cx="2765832" cy="16594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873D73-3FCD-FF25-4AEF-E0B487444BBC}"/>
                </a:ext>
              </a:extLst>
            </p:cNvPr>
            <p:cNvSpPr/>
            <p:nvPr/>
          </p:nvSpPr>
          <p:spPr>
            <a:xfrm>
              <a:off x="575943" y="0"/>
              <a:ext cx="2765832" cy="1659499"/>
            </a:xfrm>
            <a:prstGeom prst="rect">
              <a:avLst/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36B435-4536-AF23-97D5-847B7EA3768F}"/>
                </a:ext>
              </a:extLst>
            </p:cNvPr>
            <p:cNvSpPr txBox="1"/>
            <p:nvPr/>
          </p:nvSpPr>
          <p:spPr>
            <a:xfrm>
              <a:off x="575943" y="0"/>
              <a:ext cx="2765832" cy="16594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b="0" i="0" kern="1200" baseline="0" dirty="0"/>
                <a:t>Facility Support Management Systems (FMS) Type A and B offer organizations powerful tools to optimize asset management and space utilization. By addressing operational challenges, reducing costs, and enhancing sustainability, these systems provide significant value to facility managers.</a:t>
              </a:r>
              <a:endParaRPr lang="en-US" sz="13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3088717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35</TotalTime>
  <Words>1394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</vt:lpstr>
      <vt:lpstr>Berlin</vt:lpstr>
      <vt:lpstr>Introduction to Facility Support Management Systems (FMS)</vt:lpstr>
      <vt:lpstr>Purpose of FMS</vt:lpstr>
      <vt:lpstr>Key Considerations Before Implementing FMS</vt:lpstr>
      <vt:lpstr>Benefits of FMS</vt:lpstr>
      <vt:lpstr>FMS Type A: Asset Management and Tracking Systems</vt:lpstr>
      <vt:lpstr>Challenges in Implementing FMS Type A</vt:lpstr>
      <vt:lpstr>Example Use Case FMS Type A in a Healthcare Facility</vt:lpstr>
      <vt:lpstr>FMS Type B Space Management Optimizing Systems</vt:lpstr>
      <vt:lpstr>Challenges in Implementing FMS Type B</vt:lpstr>
      <vt:lpstr>Example Use Case: FMS Type B in a University Campus</vt:lpstr>
      <vt:lpstr>Future Trends in FMS</vt:lpstr>
      <vt:lpstr>Best Practices for FMS Implementation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Facility Support Management Systems (FMS)</dc:title>
  <dc:creator>maran 254</dc:creator>
  <cp:lastModifiedBy>maran 254</cp:lastModifiedBy>
  <cp:revision>10</cp:revision>
  <dcterms:created xsi:type="dcterms:W3CDTF">2024-11-08T15:42:52Z</dcterms:created>
  <dcterms:modified xsi:type="dcterms:W3CDTF">2025-09-04T05:58:13Z</dcterms:modified>
</cp:coreProperties>
</file>