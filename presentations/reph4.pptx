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70" r:id="rId8"/>
    <p:sldId id="275" r:id="rId9"/>
    <p:sldId id="271" r:id="rId10"/>
    <p:sldId id="260" r:id="rId11"/>
    <p:sldId id="269" r:id="rId12"/>
    <p:sldId id="268" r:id="rId13"/>
    <p:sldId id="274" r:id="rId14"/>
    <p:sldId id="272" r:id="rId15"/>
    <p:sldId id="273" r:id="rId16"/>
    <p:sldId id="276" r:id="rId17"/>
    <p:sldId id="262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7678" y="639097"/>
            <a:ext cx="9226183" cy="3859828"/>
          </a:xfrm>
        </p:spPr>
        <p:txBody>
          <a:bodyPr>
            <a:normAutofit/>
          </a:bodyPr>
          <a:lstStyle/>
          <a:p>
            <a:r>
              <a:rPr lang="en-US" sz="6600" dirty="0"/>
              <a:t>LET THE EXPERTS HELP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KARIBU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283659" y="-316985"/>
            <a:ext cx="2475140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6" descr="Arlington Training Institute">
            <a:extLst>
              <a:ext uri="{FF2B5EF4-FFF2-40B4-BE49-F238E27FC236}">
                <a16:creationId xmlns:a16="http://schemas.microsoft.com/office/drawing/2014/main" id="{38E29F84-F005-B1FE-75C9-86340A303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678" y="230819"/>
            <a:ext cx="9081856" cy="241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THE BEST WAY TO PREDICT THE FUTURE IS TO CREATE IT.”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ABRAHAM LINCOLN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B5E1-966B-EFFD-CDE8-DF56357F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SCHOOL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921F4-132F-8D9B-5500-72F52C63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REGISTERED AND FULLY COMPLIANT WITH THE TVET CDACC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ACREDITTED WITH CANADA SKILLS COUNCIL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COMPLIANT WITH THE COUNTY REQUIREMENT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5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C815-DB65-8D15-6F1E-931F76D9E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COURSES OFFERED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4A8E0-A661-15E5-AB8E-9C7B199EF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CNA/HCA/HSS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PERI-OPERATIVE THEATRE TECHNOLOGY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GERMAN LANGUAGE A1 TO B2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46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F4FA-9B66-84E0-C695-BBAF2704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3074" name="Picture 2" descr="Arlington Training Institute">
            <a:extLst>
              <a:ext uri="{FF2B5EF4-FFF2-40B4-BE49-F238E27FC236}">
                <a16:creationId xmlns:a16="http://schemas.microsoft.com/office/drawing/2014/main" id="{FBA25AB2-D780-71C5-607A-5F261D4634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1" y="1915886"/>
            <a:ext cx="10058399" cy="445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46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3CEB-52AD-63A2-08DF-7C46F877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E64F-24AE-32C1-FC2E-E99ECBC03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DIANI BEACH HOSPITAL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MEWA HOSPITAL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MIKINDANI MEDICAL HOSPITAL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MOTHER AMADEA HOSPITAL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BEYOND SCOPE HOSPITAL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GANJONI HOSPITAL</a:t>
            </a:r>
          </a:p>
        </p:txBody>
      </p:sp>
    </p:spTree>
    <p:extLst>
      <p:ext uri="{BB962C8B-B14F-4D97-AF65-F5344CB8AC3E}">
        <p14:creationId xmlns:p14="http://schemas.microsoft.com/office/powerpoint/2010/main" val="109459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C98-12F3-D458-826A-3095D9BC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4F29-AAF7-8B69-2833-70438F0A9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TESTIMONIALS FROM ALUMNI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PHOTOS OF STUDENTS AT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40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7522-033D-1321-E46D-951990B5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0064D-9E7B-3D67-D16F-86E8D70E1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THREE SUCCESSFUL GRADUATIONS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TOTAL OF 57 STUDENTS GRADUATED IN 2022, 128 GRADUATED IN 2023 AND 225 IN 2024.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9% SECURED JOB IN SWITZERLAND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3% WORKING IN CANADA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3% WORKING IN THE UNITED STATES OF AMERICA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31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7694-3D33-23E1-AC04-E0F960D5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6146" name="Picture 2" descr="Arlington Training Institute">
            <a:extLst>
              <a:ext uri="{FF2B5EF4-FFF2-40B4-BE49-F238E27FC236}">
                <a16:creationId xmlns:a16="http://schemas.microsoft.com/office/drawing/2014/main" id="{CA0DF8EB-4325-ABBC-D22C-72845CAC03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89760"/>
            <a:ext cx="10058399" cy="451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879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A05A-AD7D-9577-AAF3-9736B03D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11BF9F-A9C7-7C44-9116-A2F4C1DE5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089" y="1925319"/>
            <a:ext cx="2820591" cy="4484189"/>
          </a:xfrm>
        </p:spPr>
      </p:pic>
      <p:pic>
        <p:nvPicPr>
          <p:cNvPr id="4098" name="Picture 2" descr="Arlington Training Institute">
            <a:extLst>
              <a:ext uri="{FF2B5EF4-FFF2-40B4-BE49-F238E27FC236}">
                <a16:creationId xmlns:a16="http://schemas.microsoft.com/office/drawing/2014/main" id="{ABA29DCA-70DC-B69E-990E-535C4DFC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856" y="1925318"/>
            <a:ext cx="3206233" cy="448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Photo">
            <a:extLst>
              <a:ext uri="{FF2B5EF4-FFF2-40B4-BE49-F238E27FC236}">
                <a16:creationId xmlns:a16="http://schemas.microsoft.com/office/drawing/2014/main" id="{FE4F3ACA-A791-1ECD-83DF-C7641C2F51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Photo">
            <a:extLst>
              <a:ext uri="{FF2B5EF4-FFF2-40B4-BE49-F238E27FC236}">
                <a16:creationId xmlns:a16="http://schemas.microsoft.com/office/drawing/2014/main" id="{0867CF67-445C-50E0-0CC3-17CB2A2A0D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87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0A0067-75F4-B3FC-EA9F-C01371FE1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491" y="1925318"/>
            <a:ext cx="3918365" cy="448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39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0EB7-C405-57AD-2CCE-C245A830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B8A23D-7ADE-FA7E-264E-83289E086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8014" y="1889760"/>
            <a:ext cx="3394516" cy="382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FBCE58-16A3-AF1D-6402-F12C942C9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531" y="1889760"/>
            <a:ext cx="3394519" cy="3822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8D932B-BA1C-12B6-5ADA-2C41B33FF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051" y="1889760"/>
            <a:ext cx="3178629" cy="382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95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A7A2-1AD6-47A8-70F8-4C90CB5E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9C154E-BC58-AD55-FA2C-DAC0B9047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042" y="1933303"/>
            <a:ext cx="2915092" cy="441524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BAFFE2-097D-18F4-FC93-10C927D2E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518" y="1933303"/>
            <a:ext cx="3360523" cy="44152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BAB767-1555-A4E6-A28D-BE2C837AD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179" y="1933302"/>
            <a:ext cx="3571501" cy="441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364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FF25-67EB-6CF6-A2BD-4FB3FB64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TO THE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81391-142B-FCF3-C35F-1A4D85FA4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Job-focused training in high-demand fields.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Learn by doing – hands-on labs and workshops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Industries are demanding </a:t>
            </a:r>
            <a:r>
              <a:rPr lang="en-US" altLang="en-US" sz="2800" b="1" i="1" dirty="0">
                <a:solidFill>
                  <a:schemeClr val="tx1"/>
                </a:solidFill>
                <a:latin typeface="Arial" panose="020B0604020202020204" pitchFamily="34" charset="0"/>
              </a:rPr>
              <a:t>job-ready</a:t>
            </a: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 skills, not just degrees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High unemployment among youth due to skill gaps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Certifications recognized by employers.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91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4AB55-4677-7073-ADE6-7FD7A6C2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ARLINGTON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286A70-6F17-B7C6-0474-D1C7828FA4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49709"/>
            <a:ext cx="975722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Industry-experienced instructors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Affordable fees &amp; scholarship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placement assistance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projects and internships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campus and modern facilities</a:t>
            </a:r>
          </a:p>
        </p:txBody>
      </p:sp>
    </p:spTree>
    <p:extLst>
      <p:ext uri="{BB962C8B-B14F-4D97-AF65-F5344CB8AC3E}">
        <p14:creationId xmlns:p14="http://schemas.microsoft.com/office/powerpoint/2010/main" val="3837491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DB53-7827-5BB8-ADDB-DC2AFD2D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ENTRY REQUIREMENT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404834-45A8-D354-D7D7-BCDFBF8C6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65152"/>
            <a:ext cx="100928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Entry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to apply (online/in-person)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Deadlines for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Scholarships &amp; financial aid options</a:t>
            </a:r>
          </a:p>
        </p:txBody>
      </p:sp>
    </p:spTree>
    <p:extLst>
      <p:ext uri="{BB962C8B-B14F-4D97-AF65-F5344CB8AC3E}">
        <p14:creationId xmlns:p14="http://schemas.microsoft.com/office/powerpoint/2010/main" val="4073598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D7A2-3D86-F67B-ED47-85C1C0E5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5E2D-9139-E447-2352-7FEF48AF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"Learn a skill. Change your life."</a:t>
            </a:r>
          </a:p>
        </p:txBody>
      </p:sp>
    </p:spTree>
    <p:extLst>
      <p:ext uri="{BB962C8B-B14F-4D97-AF65-F5344CB8AC3E}">
        <p14:creationId xmlns:p14="http://schemas.microsoft.com/office/powerpoint/2010/main" val="220444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B850-B1B1-19BC-ACC2-78808558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F8C22-2DAC-26EE-BF22-D74718DBE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8696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{4A692D80-951D-4410-A8AF-063EBFCA2848}TFf0a5ceae-4542-492d-822e-d65a94fb0e1e3b562c5a_win32-009a0557e699</Template>
  <TotalTime>119</TotalTime>
  <Words>228</Words>
  <Application>Microsoft Office PowerPoint</Application>
  <PresentationFormat>Widescreen</PresentationFormat>
  <Paragraphs>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Bookman Old Style</vt:lpstr>
      <vt:lpstr>Calibri</vt:lpstr>
      <vt:lpstr>Franklin Gothic Book</vt:lpstr>
      <vt:lpstr>Wingdings</vt:lpstr>
      <vt:lpstr>Custom</vt:lpstr>
      <vt:lpstr>LET THE EXPERTS HELP YOU</vt:lpstr>
      <vt:lpstr>THE BEST WAY TO PREDICT THE FUTURE IS TO CREATE IT.”</vt:lpstr>
      <vt:lpstr>ABOUT THE SCHOOL</vt:lpstr>
      <vt:lpstr>COURSES OFFERED</vt:lpstr>
      <vt:lpstr>CONT..</vt:lpstr>
      <vt:lpstr>ATTACHMENT</vt:lpstr>
      <vt:lpstr>ACHIEVEMENT</vt:lpstr>
      <vt:lpstr>CONT..</vt:lpstr>
      <vt:lpstr>CONT..</vt:lpstr>
      <vt:lpstr>CONT..</vt:lpstr>
      <vt:lpstr>CONT..</vt:lpstr>
      <vt:lpstr>CONT..</vt:lpstr>
      <vt:lpstr>IMPACT TO THE SOCIETY</vt:lpstr>
      <vt:lpstr>WHY ARLINGTON</vt:lpstr>
      <vt:lpstr>ENTRY REQUIREMENT</vt:lpstr>
      <vt:lpstr>CONCLUSION</vt:lpstr>
      <vt:lpstr>OUR 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ICT</dc:creator>
  <cp:lastModifiedBy>ICT</cp:lastModifiedBy>
  <cp:revision>49</cp:revision>
  <dcterms:created xsi:type="dcterms:W3CDTF">2025-07-17T09:55:39Z</dcterms:created>
  <dcterms:modified xsi:type="dcterms:W3CDTF">2025-07-21T12:25:49Z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